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48" r:id="rId2"/>
    <p:sldMasterId id="2147483654" r:id="rId3"/>
    <p:sldMasterId id="2147483659" r:id="rId4"/>
    <p:sldMasterId id="2147483661" r:id="rId5"/>
    <p:sldMasterId id="2147483663" r:id="rId6"/>
    <p:sldMasterId id="2147483665" r:id="rId7"/>
    <p:sldMasterId id="2147483652" r:id="rId8"/>
  </p:sldMasterIdLst>
  <p:notesMasterIdLst>
    <p:notesMasterId r:id="rId15"/>
  </p:notesMasterIdLst>
  <p:handoutMasterIdLst>
    <p:handoutMasterId r:id="rId16"/>
  </p:handoutMasterIdLst>
  <p:sldIdLst>
    <p:sldId id="256" r:id="rId9"/>
    <p:sldId id="259" r:id="rId10"/>
    <p:sldId id="261" r:id="rId11"/>
    <p:sldId id="260" r:id="rId12"/>
    <p:sldId id="275" r:id="rId13"/>
    <p:sldId id="27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B20000"/>
    <a:srgbClr val="0070BF"/>
    <a:srgbClr val="B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2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7376AF-E0EE-440B-9F94-E795753A4D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2695A3-4584-4889-942C-DBE5E010F4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2B2A6-687D-4A53-A35E-1AAC8ED55F9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A26DA9-8386-4E45-8D37-EDB3D6FF6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15E7F0-F1B9-4966-A829-1BF787BBE5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F0F64-435D-43E5-8A5E-804E9C34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1207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347CE-02F8-465D-8E96-ED6DDB1E3F7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A27C9-E15E-4AE6-B0B2-42D2236CC9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244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EF958295-EBC4-4265-BFDF-AD0376F436C3}"/>
              </a:ext>
            </a:extLst>
          </p:cNvPr>
          <p:cNvSpPr txBox="1"/>
          <p:nvPr/>
        </p:nvSpPr>
        <p:spPr>
          <a:xfrm>
            <a:off x="4221269" y="4264591"/>
            <a:ext cx="16171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答 辩 人：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9B5D03-15B4-46FE-9B56-422671BDF2F4}"/>
              </a:ext>
            </a:extLst>
          </p:cNvPr>
          <p:cNvSpPr txBox="1"/>
          <p:nvPr/>
        </p:nvSpPr>
        <p:spPr>
          <a:xfrm>
            <a:off x="4221269" y="4978311"/>
            <a:ext cx="16171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800" b="1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学     号：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4F256D2-7253-446C-80D5-EEF59A61E016}"/>
              </a:ext>
            </a:extLst>
          </p:cNvPr>
          <p:cNvSpPr txBox="1"/>
          <p:nvPr/>
        </p:nvSpPr>
        <p:spPr>
          <a:xfrm>
            <a:off x="4221269" y="5692031"/>
            <a:ext cx="16171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800" b="1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导     师：</a:t>
            </a:r>
          </a:p>
        </p:txBody>
      </p:sp>
      <p:sp>
        <p:nvSpPr>
          <p:cNvPr id="32" name="内容占位符 31">
            <a:extLst>
              <a:ext uri="{FF2B5EF4-FFF2-40B4-BE49-F238E27FC236}">
                <a16:creationId xmlns:a16="http://schemas.microsoft.com/office/drawing/2014/main" id="{3C7E9FA2-F777-4D0C-A824-6BD8EAB79D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74140" y="1167005"/>
            <a:ext cx="203835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汇报类型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BCAADC-B6FE-412A-8551-030D20F509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756" y="1647136"/>
            <a:ext cx="10640488" cy="1919308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48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单击此处添加题目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3AA3FF-72C8-464F-B1A7-575BA47CF6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7030" y="4978311"/>
            <a:ext cx="241564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 algn="dist">
              <a:buNone/>
              <a:defRPr lang="zh-CN" altLang="en-US" b="1" u="sng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 altLang="zh-CN" dirty="0"/>
              <a:t>……</a:t>
            </a: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1EFF5417-91F3-42C2-8EAE-54A2C0038D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7029" y="5692031"/>
            <a:ext cx="241564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 algn="dist">
              <a:buNone/>
              <a:defRPr lang="zh-CN" altLang="en-US" b="1" u="sng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 altLang="zh-CN" dirty="0"/>
              <a:t>……</a:t>
            </a:r>
          </a:p>
        </p:txBody>
      </p:sp>
      <p:sp>
        <p:nvSpPr>
          <p:cNvPr id="15" name="文本占位符 3">
            <a:extLst>
              <a:ext uri="{FF2B5EF4-FFF2-40B4-BE49-F238E27FC236}">
                <a16:creationId xmlns:a16="http://schemas.microsoft.com/office/drawing/2014/main" id="{00B534E5-6FCB-4BBE-913C-2B908969B9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77029" y="4264591"/>
            <a:ext cx="241564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 algn="dist">
              <a:buNone/>
              <a:defRPr lang="zh-CN" altLang="en-US" b="1" u="sng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 altLang="zh-CN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432611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B131E6BA-96DD-4D37-B351-07D32F3939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0705"/>
            <a:ext cx="4209691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32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b="1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一、</a:t>
            </a:r>
            <a:r>
              <a:rPr lang="zh-CN" altLang="en-US" dirty="0"/>
              <a:t>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658032-E3BF-4EFC-95D2-D44F0A2E52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270" y="102259"/>
            <a:ext cx="5124304" cy="461665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副标题</a:t>
            </a:r>
          </a:p>
        </p:txBody>
      </p:sp>
    </p:spTree>
    <p:extLst>
      <p:ext uri="{BB962C8B-B14F-4D97-AF65-F5344CB8AC3E}">
        <p14:creationId xmlns:p14="http://schemas.microsoft.com/office/powerpoint/2010/main" val="343927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提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BE610-43F4-4B09-BFEE-DCEAE10CE3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68017" y="1095000"/>
            <a:ext cx="468427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dist">
              <a:lnSpc>
                <a:spcPct val="100000"/>
              </a:lnSpc>
              <a:defRPr lang="zh-CN" altLang="en-US" sz="28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algn="dist">
              <a:defRPr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课题背景和目的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610E45A-2982-4C36-9D63-74C6EDB4C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017" y="3361754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国内外发展现状与典型型号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545A81C5-A850-486A-8540-636C5B6AE6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8017" y="4495131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关键技术与发展趋势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144EBEA8-2FD4-4D71-BF3D-5128FFCDA9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8017" y="5628509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结论与建议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10E7AA7A-860B-4201-817F-C0535C9AFB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8017" y="2228377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系统功能与组成</a:t>
            </a:r>
          </a:p>
        </p:txBody>
      </p:sp>
    </p:spTree>
    <p:extLst>
      <p:ext uri="{BB962C8B-B14F-4D97-AF65-F5344CB8AC3E}">
        <p14:creationId xmlns:p14="http://schemas.microsoft.com/office/powerpoint/2010/main" val="392313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9">
            <a:extLst>
              <a:ext uri="{FF2B5EF4-FFF2-40B4-BE49-F238E27FC236}">
                <a16:creationId xmlns:a16="http://schemas.microsoft.com/office/drawing/2014/main" id="{16531274-04A2-49A0-8B5C-86B507DA15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017" y="3361754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国内外发展现状与典型型号</a:t>
            </a:r>
          </a:p>
        </p:txBody>
      </p:sp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6B135774-D8B7-44D7-99D6-721980FB86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8017" y="4495131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关键技术与发展趋势</a:t>
            </a:r>
          </a:p>
        </p:txBody>
      </p:sp>
      <p:sp>
        <p:nvSpPr>
          <p:cNvPr id="11" name="文本占位符 15">
            <a:extLst>
              <a:ext uri="{FF2B5EF4-FFF2-40B4-BE49-F238E27FC236}">
                <a16:creationId xmlns:a16="http://schemas.microsoft.com/office/drawing/2014/main" id="{F1A92B04-D818-446F-BB96-68D90B5DB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8017" y="5628509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结论与建议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6B0BAB-D1C3-4EB4-B24C-E41B529ABD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8017" y="1092609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课题背景和目的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6B58259-DC20-40F2-996B-D74EFC4100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8017" y="2228376"/>
            <a:ext cx="468427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系统功能与组成</a:t>
            </a:r>
          </a:p>
        </p:txBody>
      </p:sp>
    </p:spTree>
    <p:extLst>
      <p:ext uri="{BB962C8B-B14F-4D97-AF65-F5344CB8AC3E}">
        <p14:creationId xmlns:p14="http://schemas.microsoft.com/office/powerpoint/2010/main" val="1840841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6B135774-D8B7-44D7-99D6-721980FB86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8017" y="4494534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关键技术与发展趋势</a:t>
            </a:r>
          </a:p>
        </p:txBody>
      </p:sp>
      <p:sp>
        <p:nvSpPr>
          <p:cNvPr id="11" name="文本占位符 15">
            <a:extLst>
              <a:ext uri="{FF2B5EF4-FFF2-40B4-BE49-F238E27FC236}">
                <a16:creationId xmlns:a16="http://schemas.microsoft.com/office/drawing/2014/main" id="{F1A92B04-D818-446F-BB96-68D90B5DB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8017" y="5628509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结论与建议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6B0BAB-D1C3-4EB4-B24C-E41B529ABD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8017" y="1092609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课题背景和目的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6B58259-DC20-40F2-996B-D74EFC4100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8017" y="2226584"/>
            <a:ext cx="468427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系统功能与组成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431DD0-1858-44C8-B99A-27766B68CA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8017" y="3360559"/>
            <a:ext cx="468427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B2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国内外发展现状与典型型号</a:t>
            </a:r>
          </a:p>
        </p:txBody>
      </p:sp>
    </p:spTree>
    <p:extLst>
      <p:ext uri="{BB962C8B-B14F-4D97-AF65-F5344CB8AC3E}">
        <p14:creationId xmlns:p14="http://schemas.microsoft.com/office/powerpoint/2010/main" val="351521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5">
            <a:extLst>
              <a:ext uri="{FF2B5EF4-FFF2-40B4-BE49-F238E27FC236}">
                <a16:creationId xmlns:a16="http://schemas.microsoft.com/office/drawing/2014/main" id="{F1A92B04-D818-446F-BB96-68D90B5DB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8017" y="5628509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结论与建议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6B0BAB-D1C3-4EB4-B24C-E41B529ABD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8017" y="1092609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课题背景和目的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6B58259-DC20-40F2-996B-D74EFC4100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8017" y="2226584"/>
            <a:ext cx="468427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系统功能与组成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431DD0-1858-44C8-B99A-27766B68CA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8017" y="3360559"/>
            <a:ext cx="468427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国内外发展现状与典型型号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B54E61-F534-4FA8-933D-88BD270EEA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8017" y="4494534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 smtClean="0">
                <a:solidFill>
                  <a:srgbClr val="B2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关键技术与发展趋势</a:t>
            </a:r>
          </a:p>
        </p:txBody>
      </p:sp>
    </p:spTree>
    <p:extLst>
      <p:ext uri="{BB962C8B-B14F-4D97-AF65-F5344CB8AC3E}">
        <p14:creationId xmlns:p14="http://schemas.microsoft.com/office/powerpoint/2010/main" val="93527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13">
            <a:extLst>
              <a:ext uri="{FF2B5EF4-FFF2-40B4-BE49-F238E27FC236}">
                <a16:creationId xmlns:a16="http://schemas.microsoft.com/office/drawing/2014/main" id="{6B135774-D8B7-44D7-99D6-721980FB86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8017" y="4494534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关键技术与发展趋势</a:t>
            </a:r>
          </a:p>
        </p:txBody>
      </p:sp>
      <p:sp>
        <p:nvSpPr>
          <p:cNvPr id="11" name="文本占位符 15">
            <a:extLst>
              <a:ext uri="{FF2B5EF4-FFF2-40B4-BE49-F238E27FC236}">
                <a16:creationId xmlns:a16="http://schemas.microsoft.com/office/drawing/2014/main" id="{F1A92B04-D818-446F-BB96-68D90B5DB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8017" y="5628509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 smtClean="0">
                <a:solidFill>
                  <a:srgbClr val="B2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结论与建议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6B0BAB-D1C3-4EB4-B24C-E41B529ABD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8017" y="1092609"/>
            <a:ext cx="4684273" cy="523220"/>
          </a:xfrm>
          <a:prstGeom prst="rect">
            <a:avLst/>
          </a:prstGeom>
        </p:spPr>
        <p:txBody>
          <a:bodyPr wrap="square" anchor="ctr" anchorCtr="1">
            <a:spAutoFit/>
          </a:bodyPr>
          <a:lstStyle>
            <a:lvl1pPr marL="0" indent="0"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lvl="0" indent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课题背景和目的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6B58259-DC20-40F2-996B-D74EFC4100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8017" y="2226584"/>
            <a:ext cx="468427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系统功能与组成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431DD0-1858-44C8-B99A-27766B68CA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8017" y="3360559"/>
            <a:ext cx="468427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dist">
              <a:lnSpc>
                <a:spcPct val="100000"/>
              </a:lnSpc>
              <a:spcBef>
                <a:spcPct val="0"/>
              </a:spcBef>
              <a:buNone/>
              <a:defRPr lang="zh-CN" altLang="en-US" b="1" kern="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dist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/>
              <a:t>国内外发展现状与典型型号</a:t>
            </a:r>
          </a:p>
        </p:txBody>
      </p:sp>
    </p:spTree>
    <p:extLst>
      <p:ext uri="{BB962C8B-B14F-4D97-AF65-F5344CB8AC3E}">
        <p14:creationId xmlns:p14="http://schemas.microsoft.com/office/powerpoint/2010/main" val="3028345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9FBCF57-DEA8-4F2B-A2C1-DAD9D01D7380}"/>
              </a:ext>
            </a:extLst>
          </p:cNvPr>
          <p:cNvSpPr txBox="1"/>
          <p:nvPr userDrawn="1"/>
        </p:nvSpPr>
        <p:spPr>
          <a:xfrm>
            <a:off x="4284769" y="5529147"/>
            <a:ext cx="16171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答 辩 人：</a:t>
            </a:r>
          </a:p>
        </p:txBody>
      </p:sp>
      <p:sp>
        <p:nvSpPr>
          <p:cNvPr id="5" name="内容占位符 31">
            <a:extLst>
              <a:ext uri="{FF2B5EF4-FFF2-40B4-BE49-F238E27FC236}">
                <a16:creationId xmlns:a16="http://schemas.microsoft.com/office/drawing/2014/main" id="{500F6127-5D09-4807-B740-46414E52811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68687" y="1868906"/>
            <a:ext cx="2038350" cy="4801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汇报类型</a:t>
            </a:r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D1770041-ED17-4C94-B150-DD2C86D2B3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1" y="5529147"/>
            <a:ext cx="16171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dist">
              <a:defRPr lang="zh-CN" altLang="en-US" b="1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07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007CE2C-957B-415A-BBF3-6A5DB3DF4B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378" r="4231"/>
          <a:stretch/>
        </p:blipFill>
        <p:spPr>
          <a:xfrm>
            <a:off x="-2" y="1431066"/>
            <a:ext cx="12192001" cy="2618972"/>
          </a:xfrm>
          <a:prstGeom prst="rect">
            <a:avLst/>
          </a:prstGeom>
        </p:spPr>
      </p:pic>
      <p:pic>
        <p:nvPicPr>
          <p:cNvPr id="8" name="图片 7" descr="夜晚街道上的标志&#10;&#10;描述已自动生成">
            <a:extLst>
              <a:ext uri="{FF2B5EF4-FFF2-40B4-BE49-F238E27FC236}">
                <a16:creationId xmlns:a16="http://schemas.microsoft.com/office/drawing/2014/main" id="{1B871C7D-6BCC-4E9A-BF2C-E27B824207B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80" y="1855674"/>
            <a:ext cx="12205679" cy="5009414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9D01D22-8AA2-4D64-9B0B-44A1C85A4CDC}"/>
              </a:ext>
            </a:extLst>
          </p:cNvPr>
          <p:cNvGrpSpPr/>
          <p:nvPr userDrawn="1"/>
        </p:nvGrpSpPr>
        <p:grpSpPr>
          <a:xfrm>
            <a:off x="68462" y="-116689"/>
            <a:ext cx="3151731" cy="864138"/>
            <a:chOff x="42910" y="-1"/>
            <a:chExt cx="2359558" cy="632477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752587C-255C-43AC-B5B7-01D9107366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533"/>
            <a:stretch/>
          </p:blipFill>
          <p:spPr>
            <a:xfrm>
              <a:off x="42910" y="3211"/>
              <a:ext cx="614841" cy="629265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D76FCB2-E03B-49B0-A315-474B3F9443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11" r="-4853"/>
            <a:stretch/>
          </p:blipFill>
          <p:spPr>
            <a:xfrm>
              <a:off x="657751" y="-1"/>
              <a:ext cx="1744717" cy="629265"/>
            </a:xfrm>
            <a:prstGeom prst="rect">
              <a:avLst/>
            </a:prstGeom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3E5383C1-6B40-49F6-9A43-C24DDBB9981C}"/>
              </a:ext>
            </a:extLst>
          </p:cNvPr>
          <p:cNvSpPr txBox="1"/>
          <p:nvPr userDrawn="1"/>
        </p:nvSpPr>
        <p:spPr>
          <a:xfrm>
            <a:off x="2" y="143216"/>
            <a:ext cx="2116182" cy="369332"/>
          </a:xfrm>
          <a:prstGeom prst="rect">
            <a:avLst/>
          </a:prstGeom>
          <a:noFill/>
        </p:spPr>
        <p:txBody>
          <a:bodyPr wrap="square" lIns="91440" tIns="0" rIns="91440" bIns="0">
            <a:spAutoFit/>
          </a:bodyPr>
          <a:lstStyle/>
          <a:p>
            <a:pPr algn="ctr">
              <a:defRPr/>
            </a:pPr>
            <a:endParaRPr lang="zh-CN" altLang="en-US" sz="2400" b="1" dirty="0">
              <a:solidFill>
                <a:srgbClr val="79ADB0"/>
              </a:solidFill>
              <a:effectLst>
                <a:glow rad="63500">
                  <a:schemeClr val="bg1"/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2956AB1-8764-4064-B02B-C96788AB9B13}"/>
              </a:ext>
            </a:extLst>
          </p:cNvPr>
          <p:cNvGrpSpPr/>
          <p:nvPr userDrawn="1"/>
        </p:nvGrpSpPr>
        <p:grpSpPr>
          <a:xfrm>
            <a:off x="0" y="1411686"/>
            <a:ext cx="12192000" cy="2659886"/>
            <a:chOff x="1303020" y="24976"/>
            <a:chExt cx="9140516" cy="265988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1BA7306-B1C6-4771-A1F6-A7442472F1F9}"/>
                </a:ext>
              </a:extLst>
            </p:cNvPr>
            <p:cNvSpPr/>
            <p:nvPr/>
          </p:nvSpPr>
          <p:spPr>
            <a:xfrm>
              <a:off x="1303020" y="24976"/>
              <a:ext cx="9140516" cy="2644200"/>
            </a:xfrm>
            <a:prstGeom prst="rect">
              <a:avLst/>
            </a:prstGeom>
            <a:gradFill flip="none" rotWithShape="1">
              <a:gsLst>
                <a:gs pos="22000">
                  <a:srgbClr val="0070C0"/>
                </a:gs>
                <a:gs pos="100000">
                  <a:srgbClr val="00B0F0">
                    <a:alpha val="8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: 形状 4">
              <a:extLst>
                <a:ext uri="{FF2B5EF4-FFF2-40B4-BE49-F238E27FC236}">
                  <a16:creationId xmlns:a16="http://schemas.microsoft.com/office/drawing/2014/main" id="{7FDA933A-62CA-4462-A60C-B057B929BDFD}"/>
                </a:ext>
              </a:extLst>
            </p:cNvPr>
            <p:cNvSpPr/>
            <p:nvPr/>
          </p:nvSpPr>
          <p:spPr>
            <a:xfrm>
              <a:off x="1705356" y="2181493"/>
              <a:ext cx="8335844" cy="503369"/>
            </a:xfrm>
            <a:custGeom>
              <a:avLst/>
              <a:gdLst>
                <a:gd name="connsiteX0" fmla="*/ 0 w 8229600"/>
                <a:gd name="connsiteY0" fmla="*/ 0 h 0"/>
                <a:gd name="connsiteX1" fmla="*/ 8229600 w 82296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29600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FFF310D5-B9A1-4EDD-8A04-2EAD881D5F5B}"/>
              </a:ext>
            </a:extLst>
          </p:cNvPr>
          <p:cNvSpPr/>
          <p:nvPr userDrawn="1"/>
        </p:nvSpPr>
        <p:spPr>
          <a:xfrm>
            <a:off x="889723" y="1090206"/>
            <a:ext cx="3022058" cy="642959"/>
          </a:xfrm>
          <a:prstGeom prst="parallelogram">
            <a:avLst>
              <a:gd name="adj" fmla="val 4865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: 形状 23">
            <a:extLst>
              <a:ext uri="{FF2B5EF4-FFF2-40B4-BE49-F238E27FC236}">
                <a16:creationId xmlns:a16="http://schemas.microsoft.com/office/drawing/2014/main" id="{85EA1678-C098-4C2F-A811-580E829B84A3}"/>
              </a:ext>
            </a:extLst>
          </p:cNvPr>
          <p:cNvSpPr/>
          <p:nvPr userDrawn="1"/>
        </p:nvSpPr>
        <p:spPr>
          <a:xfrm>
            <a:off x="9877900" y="0"/>
            <a:ext cx="2308859" cy="297764"/>
          </a:xfrm>
          <a:custGeom>
            <a:avLst/>
            <a:gdLst>
              <a:gd name="connsiteX0" fmla="*/ 161290 w 4652382"/>
              <a:gd name="connsiteY0" fmla="*/ 0 h 331531"/>
              <a:gd name="connsiteX1" fmla="*/ 4652382 w 4652382"/>
              <a:gd name="connsiteY1" fmla="*/ 0 h 331531"/>
              <a:gd name="connsiteX2" fmla="*/ 4652382 w 4652382"/>
              <a:gd name="connsiteY2" fmla="*/ 331531 h 331531"/>
              <a:gd name="connsiteX3" fmla="*/ 0 w 4652382"/>
              <a:gd name="connsiteY3" fmla="*/ 331531 h 33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2382" h="331531">
                <a:moveTo>
                  <a:pt x="161290" y="0"/>
                </a:moveTo>
                <a:lnTo>
                  <a:pt x="4652382" y="0"/>
                </a:lnTo>
                <a:lnTo>
                  <a:pt x="4652382" y="331531"/>
                </a:lnTo>
                <a:lnTo>
                  <a:pt x="0" y="331531"/>
                </a:lnTo>
                <a:close/>
              </a:path>
            </a:pathLst>
          </a:custGeom>
          <a:solidFill>
            <a:srgbClr val="3E4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4">
            <a:extLst>
              <a:ext uri="{FF2B5EF4-FFF2-40B4-BE49-F238E27FC236}">
                <a16:creationId xmlns:a16="http://schemas.microsoft.com/office/drawing/2014/main" id="{851CDB15-EDF0-4290-B82D-03E0A606560E}"/>
              </a:ext>
            </a:extLst>
          </p:cNvPr>
          <p:cNvSpPr/>
          <p:nvPr userDrawn="1"/>
        </p:nvSpPr>
        <p:spPr>
          <a:xfrm>
            <a:off x="10945667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5">
            <a:extLst>
              <a:ext uri="{FF2B5EF4-FFF2-40B4-BE49-F238E27FC236}">
                <a16:creationId xmlns:a16="http://schemas.microsoft.com/office/drawing/2014/main" id="{111BE066-159B-4D9F-8C8A-80F5D3EFFF57}"/>
              </a:ext>
            </a:extLst>
          </p:cNvPr>
          <p:cNvSpPr/>
          <p:nvPr userDrawn="1"/>
        </p:nvSpPr>
        <p:spPr>
          <a:xfrm>
            <a:off x="10545223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8">
            <a:extLst>
              <a:ext uri="{FF2B5EF4-FFF2-40B4-BE49-F238E27FC236}">
                <a16:creationId xmlns:a16="http://schemas.microsoft.com/office/drawing/2014/main" id="{22DCB358-DC5B-4B1E-9D66-0977B3BC7AC1}"/>
              </a:ext>
            </a:extLst>
          </p:cNvPr>
          <p:cNvSpPr/>
          <p:nvPr userDrawn="1"/>
        </p:nvSpPr>
        <p:spPr>
          <a:xfrm>
            <a:off x="11346110" y="0"/>
            <a:ext cx="840650" cy="681036"/>
          </a:xfrm>
          <a:custGeom>
            <a:avLst/>
            <a:gdLst>
              <a:gd name="connsiteX0" fmla="*/ 368896 w 935980"/>
              <a:gd name="connsiteY0" fmla="*/ 0 h 758266"/>
              <a:gd name="connsiteX1" fmla="*/ 935980 w 935980"/>
              <a:gd name="connsiteY1" fmla="*/ 0 h 758266"/>
              <a:gd name="connsiteX2" fmla="*/ 935980 w 935980"/>
              <a:gd name="connsiteY2" fmla="*/ 758266 h 758266"/>
              <a:gd name="connsiteX3" fmla="*/ 0 w 935980"/>
              <a:gd name="connsiteY3" fmla="*/ 758266 h 75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5980" h="758266">
                <a:moveTo>
                  <a:pt x="368896" y="0"/>
                </a:moveTo>
                <a:lnTo>
                  <a:pt x="935980" y="0"/>
                </a:lnTo>
                <a:lnTo>
                  <a:pt x="935980" y="758266"/>
                </a:lnTo>
                <a:lnTo>
                  <a:pt x="0" y="758266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5280DBB-63D8-4DC6-918F-D5DE429BA80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62564"/>
            <a:ext cx="10412285" cy="1847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587D4917-BD66-46FE-80D3-2558DEB4D63B}"/>
              </a:ext>
            </a:extLst>
          </p:cNvPr>
          <p:cNvSpPr txBox="1"/>
          <p:nvPr userDrawn="1"/>
        </p:nvSpPr>
        <p:spPr>
          <a:xfrm>
            <a:off x="8723433" y="6250766"/>
            <a:ext cx="3355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800" b="1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09579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F48A726-DC8E-40E0-8DE9-9769DE5DE115}"/>
              </a:ext>
            </a:extLst>
          </p:cNvPr>
          <p:cNvSpPr/>
          <p:nvPr userDrawn="1"/>
        </p:nvSpPr>
        <p:spPr>
          <a:xfrm>
            <a:off x="0" y="6800850"/>
            <a:ext cx="12192000" cy="6553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任意多边形: 形状 23">
            <a:extLst>
              <a:ext uri="{FF2B5EF4-FFF2-40B4-BE49-F238E27FC236}">
                <a16:creationId xmlns:a16="http://schemas.microsoft.com/office/drawing/2014/main" id="{011415B2-3585-4D10-A497-9049581C47A9}"/>
              </a:ext>
            </a:extLst>
          </p:cNvPr>
          <p:cNvSpPr/>
          <p:nvPr userDrawn="1"/>
        </p:nvSpPr>
        <p:spPr>
          <a:xfrm>
            <a:off x="9877900" y="0"/>
            <a:ext cx="2308859" cy="297764"/>
          </a:xfrm>
          <a:custGeom>
            <a:avLst/>
            <a:gdLst>
              <a:gd name="connsiteX0" fmla="*/ 161290 w 4652382"/>
              <a:gd name="connsiteY0" fmla="*/ 0 h 331531"/>
              <a:gd name="connsiteX1" fmla="*/ 4652382 w 4652382"/>
              <a:gd name="connsiteY1" fmla="*/ 0 h 331531"/>
              <a:gd name="connsiteX2" fmla="*/ 4652382 w 4652382"/>
              <a:gd name="connsiteY2" fmla="*/ 331531 h 331531"/>
              <a:gd name="connsiteX3" fmla="*/ 0 w 4652382"/>
              <a:gd name="connsiteY3" fmla="*/ 331531 h 33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2382" h="331531">
                <a:moveTo>
                  <a:pt x="161290" y="0"/>
                </a:moveTo>
                <a:lnTo>
                  <a:pt x="4652382" y="0"/>
                </a:lnTo>
                <a:lnTo>
                  <a:pt x="4652382" y="331531"/>
                </a:lnTo>
                <a:lnTo>
                  <a:pt x="0" y="331531"/>
                </a:lnTo>
                <a:close/>
              </a:path>
            </a:pathLst>
          </a:custGeom>
          <a:solidFill>
            <a:srgbClr val="3E4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24">
            <a:extLst>
              <a:ext uri="{FF2B5EF4-FFF2-40B4-BE49-F238E27FC236}">
                <a16:creationId xmlns:a16="http://schemas.microsoft.com/office/drawing/2014/main" id="{E267C0DF-8856-4263-A4D1-A0FB92D81617}"/>
              </a:ext>
            </a:extLst>
          </p:cNvPr>
          <p:cNvSpPr/>
          <p:nvPr userDrawn="1"/>
        </p:nvSpPr>
        <p:spPr>
          <a:xfrm>
            <a:off x="10945667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0" name="任意多边形: 形状 25">
            <a:extLst>
              <a:ext uri="{FF2B5EF4-FFF2-40B4-BE49-F238E27FC236}">
                <a16:creationId xmlns:a16="http://schemas.microsoft.com/office/drawing/2014/main" id="{927164F8-CB30-4457-BC88-C895FD62DCD7}"/>
              </a:ext>
            </a:extLst>
          </p:cNvPr>
          <p:cNvSpPr/>
          <p:nvPr userDrawn="1"/>
        </p:nvSpPr>
        <p:spPr>
          <a:xfrm>
            <a:off x="10545223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" name="任意多边形: 形状 28">
            <a:extLst>
              <a:ext uri="{FF2B5EF4-FFF2-40B4-BE49-F238E27FC236}">
                <a16:creationId xmlns:a16="http://schemas.microsoft.com/office/drawing/2014/main" id="{25E0EE44-0717-4226-95B5-5C727D949743}"/>
              </a:ext>
            </a:extLst>
          </p:cNvPr>
          <p:cNvSpPr/>
          <p:nvPr userDrawn="1"/>
        </p:nvSpPr>
        <p:spPr>
          <a:xfrm>
            <a:off x="11346110" y="0"/>
            <a:ext cx="840650" cy="681036"/>
          </a:xfrm>
          <a:custGeom>
            <a:avLst/>
            <a:gdLst>
              <a:gd name="connsiteX0" fmla="*/ 368896 w 935980"/>
              <a:gd name="connsiteY0" fmla="*/ 0 h 758266"/>
              <a:gd name="connsiteX1" fmla="*/ 935980 w 935980"/>
              <a:gd name="connsiteY1" fmla="*/ 0 h 758266"/>
              <a:gd name="connsiteX2" fmla="*/ 935980 w 935980"/>
              <a:gd name="connsiteY2" fmla="*/ 758266 h 758266"/>
              <a:gd name="connsiteX3" fmla="*/ 0 w 935980"/>
              <a:gd name="connsiteY3" fmla="*/ 758266 h 75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5980" h="758266">
                <a:moveTo>
                  <a:pt x="368896" y="0"/>
                </a:moveTo>
                <a:lnTo>
                  <a:pt x="935980" y="0"/>
                </a:lnTo>
                <a:lnTo>
                  <a:pt x="935980" y="758266"/>
                </a:lnTo>
                <a:lnTo>
                  <a:pt x="0" y="758266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23708EE-112E-416D-87BB-E1EE1E37EAD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62564"/>
            <a:ext cx="10412285" cy="1847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AC31DE7-2599-4842-A3E8-CD93D7CBC93A}"/>
              </a:ext>
            </a:extLst>
          </p:cNvPr>
          <p:cNvSpPr/>
          <p:nvPr userDrawn="1"/>
        </p:nvSpPr>
        <p:spPr>
          <a:xfrm>
            <a:off x="11642725" y="6610525"/>
            <a:ext cx="428624" cy="20112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F0198B-3994-4D65-83A5-DD131B302142}"/>
              </a:ext>
            </a:extLst>
          </p:cNvPr>
          <p:cNvSpPr txBox="1"/>
          <p:nvPr userDrawn="1"/>
        </p:nvSpPr>
        <p:spPr>
          <a:xfrm>
            <a:off x="11660509" y="6563548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6BF1BBFE-AE29-434B-8858-4B0962739355}" type="slidenum">
              <a:rPr lang="zh-CN" alt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60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56F5ED0-47DF-4F1D-9CED-99D8FD07331D}"/>
              </a:ext>
            </a:extLst>
          </p:cNvPr>
          <p:cNvGrpSpPr/>
          <p:nvPr userDrawn="1"/>
        </p:nvGrpSpPr>
        <p:grpSpPr>
          <a:xfrm>
            <a:off x="4430075" y="1038934"/>
            <a:ext cx="5780725" cy="637875"/>
            <a:chOff x="3961965" y="2042178"/>
            <a:chExt cx="4611738" cy="637875"/>
          </a:xfrm>
        </p:grpSpPr>
        <p:grpSp>
          <p:nvGrpSpPr>
            <p:cNvPr id="8" name="Group 63">
              <a:extLst>
                <a:ext uri="{FF2B5EF4-FFF2-40B4-BE49-F238E27FC236}">
                  <a16:creationId xmlns:a16="http://schemas.microsoft.com/office/drawing/2014/main" id="{C1E5D32A-2BA4-4D56-BE01-27D4A5FA8653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1" name="Rectangle: Rounded Corners 186">
                <a:extLst>
                  <a:ext uri="{FF2B5EF4-FFF2-40B4-BE49-F238E27FC236}">
                    <a16:creationId xmlns:a16="http://schemas.microsoft.com/office/drawing/2014/main" id="{32692B2C-113D-4FC4-957F-DD02DA1556E9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2" name="Group 286">
                <a:extLst>
                  <a:ext uri="{FF2B5EF4-FFF2-40B4-BE49-F238E27FC236}">
                    <a16:creationId xmlns:a16="http://schemas.microsoft.com/office/drawing/2014/main" id="{BF8E3E1F-2B0E-43B5-987E-C42D1A49C84F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4" name="Rectangle: Rounded Corners 192">
                  <a:extLst>
                    <a:ext uri="{FF2B5EF4-FFF2-40B4-BE49-F238E27FC236}">
                      <a16:creationId xmlns:a16="http://schemas.microsoft.com/office/drawing/2014/main" id="{8D8AB60A-585A-40FA-A1BC-0F34D9DF9496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5" name="Rectangle: Top Corners Rounded 193">
                  <a:extLst>
                    <a:ext uri="{FF2B5EF4-FFF2-40B4-BE49-F238E27FC236}">
                      <a16:creationId xmlns:a16="http://schemas.microsoft.com/office/drawing/2014/main" id="{6EF07502-E102-48B8-9CAE-F0E47632C877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3" name="TextBox 262">
                <a:extLst>
                  <a:ext uri="{FF2B5EF4-FFF2-40B4-BE49-F238E27FC236}">
                    <a16:creationId xmlns:a16="http://schemas.microsoft.com/office/drawing/2014/main" id="{B15EBACA-B7DB-4C73-AC40-3F8E285CDE8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sp>
          <p:nvSpPr>
            <p:cNvPr id="9" name="Rectangle: Top Corners Rounded 232">
              <a:extLst>
                <a:ext uri="{FF2B5EF4-FFF2-40B4-BE49-F238E27FC236}">
                  <a16:creationId xmlns:a16="http://schemas.microsoft.com/office/drawing/2014/main" id="{3B3C3FA7-CCB6-4C10-A5C3-89C5F62772E3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5DE8736-27D9-4347-B482-597DDE7BC8C9}"/>
              </a:ext>
            </a:extLst>
          </p:cNvPr>
          <p:cNvGrpSpPr/>
          <p:nvPr userDrawn="1"/>
        </p:nvGrpSpPr>
        <p:grpSpPr>
          <a:xfrm>
            <a:off x="4430075" y="2172044"/>
            <a:ext cx="5780725" cy="637875"/>
            <a:chOff x="3961965" y="2042178"/>
            <a:chExt cx="4611738" cy="637875"/>
          </a:xfrm>
        </p:grpSpPr>
        <p:grpSp>
          <p:nvGrpSpPr>
            <p:cNvPr id="17" name="Group 63">
              <a:extLst>
                <a:ext uri="{FF2B5EF4-FFF2-40B4-BE49-F238E27FC236}">
                  <a16:creationId xmlns:a16="http://schemas.microsoft.com/office/drawing/2014/main" id="{228A7DA3-C68C-4335-B59A-78B267AB2C03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20" name="Rectangle: Rounded Corners 186">
                <a:extLst>
                  <a:ext uri="{FF2B5EF4-FFF2-40B4-BE49-F238E27FC236}">
                    <a16:creationId xmlns:a16="http://schemas.microsoft.com/office/drawing/2014/main" id="{2DB8AB6C-21BD-4E02-8FF6-2DD1E50005F5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21" name="Group 286">
                <a:extLst>
                  <a:ext uri="{FF2B5EF4-FFF2-40B4-BE49-F238E27FC236}">
                    <a16:creationId xmlns:a16="http://schemas.microsoft.com/office/drawing/2014/main" id="{9EE5E3E9-8BA2-449A-8E21-E9C84A6DA0DC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23" name="Rectangle: Rounded Corners 192">
                  <a:extLst>
                    <a:ext uri="{FF2B5EF4-FFF2-40B4-BE49-F238E27FC236}">
                      <a16:creationId xmlns:a16="http://schemas.microsoft.com/office/drawing/2014/main" id="{8BC2A8BB-98A0-4D46-886C-6E660A34A488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24" name="Rectangle: Top Corners Rounded 193">
                  <a:extLst>
                    <a:ext uri="{FF2B5EF4-FFF2-40B4-BE49-F238E27FC236}">
                      <a16:creationId xmlns:a16="http://schemas.microsoft.com/office/drawing/2014/main" id="{BAAFD809-DFD5-4BD7-A9AE-913EE8AA169E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22" name="TextBox 262">
                <a:extLst>
                  <a:ext uri="{FF2B5EF4-FFF2-40B4-BE49-F238E27FC236}">
                    <a16:creationId xmlns:a16="http://schemas.microsoft.com/office/drawing/2014/main" id="{1C4BCF3A-D4E8-4BB2-8BED-BBEAD677E81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sp>
          <p:nvSpPr>
            <p:cNvPr id="18" name="Rectangle: Top Corners Rounded 232">
              <a:extLst>
                <a:ext uri="{FF2B5EF4-FFF2-40B4-BE49-F238E27FC236}">
                  <a16:creationId xmlns:a16="http://schemas.microsoft.com/office/drawing/2014/main" id="{7E1E5BF9-096D-471B-AE7C-CE5C02BCF89A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FB5E55A-2137-4A9C-9B3C-3DD7AF204319}"/>
              </a:ext>
            </a:extLst>
          </p:cNvPr>
          <p:cNvGrpSpPr/>
          <p:nvPr userDrawn="1"/>
        </p:nvGrpSpPr>
        <p:grpSpPr>
          <a:xfrm>
            <a:off x="4430075" y="3305154"/>
            <a:ext cx="5780725" cy="637875"/>
            <a:chOff x="4430075" y="3307320"/>
            <a:chExt cx="5780725" cy="637875"/>
          </a:xfrm>
        </p:grpSpPr>
        <p:grpSp>
          <p:nvGrpSpPr>
            <p:cNvPr id="26" name="Group 63">
              <a:extLst>
                <a:ext uri="{FF2B5EF4-FFF2-40B4-BE49-F238E27FC236}">
                  <a16:creationId xmlns:a16="http://schemas.microsoft.com/office/drawing/2014/main" id="{A792E838-49D9-43F7-BC99-A95EC7E79102}"/>
                </a:ext>
              </a:extLst>
            </p:cNvPr>
            <p:cNvGrpSpPr/>
            <p:nvPr/>
          </p:nvGrpSpPr>
          <p:grpSpPr>
            <a:xfrm>
              <a:off x="4430075" y="3307323"/>
              <a:ext cx="5728235" cy="637872"/>
              <a:chOff x="5595957" y="1888529"/>
              <a:chExt cx="5395548" cy="753124"/>
            </a:xfrm>
          </p:grpSpPr>
          <p:sp>
            <p:nvSpPr>
              <p:cNvPr id="29" name="Rectangle: Rounded Corners 186">
                <a:extLst>
                  <a:ext uri="{FF2B5EF4-FFF2-40B4-BE49-F238E27FC236}">
                    <a16:creationId xmlns:a16="http://schemas.microsoft.com/office/drawing/2014/main" id="{76F3385C-33A6-4DC2-83F3-63774D38AD15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30" name="Group 286">
                <a:extLst>
                  <a:ext uri="{FF2B5EF4-FFF2-40B4-BE49-F238E27FC236}">
                    <a16:creationId xmlns:a16="http://schemas.microsoft.com/office/drawing/2014/main" id="{68684D3F-7519-4339-9668-DFE4B5D7DF8D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32" name="Rectangle: Rounded Corners 192">
                  <a:extLst>
                    <a:ext uri="{FF2B5EF4-FFF2-40B4-BE49-F238E27FC236}">
                      <a16:creationId xmlns:a16="http://schemas.microsoft.com/office/drawing/2014/main" id="{41B9EA0E-7812-401C-9D4D-909D6D24EFB7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33" name="Rectangle: Top Corners Rounded 193">
                  <a:extLst>
                    <a:ext uri="{FF2B5EF4-FFF2-40B4-BE49-F238E27FC236}">
                      <a16:creationId xmlns:a16="http://schemas.microsoft.com/office/drawing/2014/main" id="{1EB52C78-94F2-4FCB-971A-A352A4638946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31" name="TextBox 262">
                <a:extLst>
                  <a:ext uri="{FF2B5EF4-FFF2-40B4-BE49-F238E27FC236}">
                    <a16:creationId xmlns:a16="http://schemas.microsoft.com/office/drawing/2014/main" id="{DBF9E4FF-B7C7-4582-9FF3-2E006086DE83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  <p:sp>
          <p:nvSpPr>
            <p:cNvPr id="27" name="Rectangle: Top Corners Rounded 232">
              <a:extLst>
                <a:ext uri="{FF2B5EF4-FFF2-40B4-BE49-F238E27FC236}">
                  <a16:creationId xmlns:a16="http://schemas.microsoft.com/office/drawing/2014/main" id="{CA8B58B3-0A89-479C-B746-D0FE7346C7A8}"/>
                </a:ext>
              </a:extLst>
            </p:cNvPr>
            <p:cNvSpPr/>
            <p:nvPr/>
          </p:nvSpPr>
          <p:spPr>
            <a:xfrm rot="16200000">
              <a:off x="9867595" y="3601986"/>
              <a:ext cx="637871" cy="4853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3BB6B81-782F-46BF-9AF4-28C84F8F61ED}"/>
              </a:ext>
            </a:extLst>
          </p:cNvPr>
          <p:cNvGrpSpPr/>
          <p:nvPr userDrawn="1"/>
        </p:nvGrpSpPr>
        <p:grpSpPr>
          <a:xfrm>
            <a:off x="4430075" y="4441514"/>
            <a:ext cx="5780725" cy="637875"/>
            <a:chOff x="3961965" y="2042178"/>
            <a:chExt cx="4611738" cy="637875"/>
          </a:xfrm>
        </p:grpSpPr>
        <p:grpSp>
          <p:nvGrpSpPr>
            <p:cNvPr id="35" name="Group 63">
              <a:extLst>
                <a:ext uri="{FF2B5EF4-FFF2-40B4-BE49-F238E27FC236}">
                  <a16:creationId xmlns:a16="http://schemas.microsoft.com/office/drawing/2014/main" id="{830CE8BC-238C-4852-BD0C-D2C5AA771818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38" name="Rectangle: Rounded Corners 186">
                <a:extLst>
                  <a:ext uri="{FF2B5EF4-FFF2-40B4-BE49-F238E27FC236}">
                    <a16:creationId xmlns:a16="http://schemas.microsoft.com/office/drawing/2014/main" id="{BF90CFFD-DE3A-42D0-9AEF-2060A7662C41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39" name="Group 286">
                <a:extLst>
                  <a:ext uri="{FF2B5EF4-FFF2-40B4-BE49-F238E27FC236}">
                    <a16:creationId xmlns:a16="http://schemas.microsoft.com/office/drawing/2014/main" id="{BFBD7A00-EAB1-46B3-975C-DA9CBDD476D8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41" name="Rectangle: Rounded Corners 192">
                  <a:extLst>
                    <a:ext uri="{FF2B5EF4-FFF2-40B4-BE49-F238E27FC236}">
                      <a16:creationId xmlns:a16="http://schemas.microsoft.com/office/drawing/2014/main" id="{4E606A8E-EB9F-446B-BC07-9A624F1F6214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42" name="Rectangle: Top Corners Rounded 193">
                  <a:extLst>
                    <a:ext uri="{FF2B5EF4-FFF2-40B4-BE49-F238E27FC236}">
                      <a16:creationId xmlns:a16="http://schemas.microsoft.com/office/drawing/2014/main" id="{38F7AAAA-1D60-445F-9950-E52DAB36797A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40" name="TextBox 262">
                <a:extLst>
                  <a:ext uri="{FF2B5EF4-FFF2-40B4-BE49-F238E27FC236}">
                    <a16:creationId xmlns:a16="http://schemas.microsoft.com/office/drawing/2014/main" id="{0B1654B9-276D-49AA-A019-2F227E8E20A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36" name="Rectangle: Top Corners Rounded 232">
              <a:extLst>
                <a:ext uri="{FF2B5EF4-FFF2-40B4-BE49-F238E27FC236}">
                  <a16:creationId xmlns:a16="http://schemas.microsoft.com/office/drawing/2014/main" id="{D9E88ACB-C497-4619-A900-D9D69DF9E8EA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3727AD1-169B-4B33-BFB9-01A779969F14}"/>
                </a:ext>
              </a:extLst>
            </p:cNvPr>
            <p:cNvSpPr/>
            <p:nvPr/>
          </p:nvSpPr>
          <p:spPr>
            <a:xfrm>
              <a:off x="4717836" y="2099503"/>
              <a:ext cx="37370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zh-CN" altLang="en-US" sz="2800" b="1" kern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拟开展研究工作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9D1EF80-C1B0-42E8-B763-0906AA844F5B}"/>
              </a:ext>
            </a:extLst>
          </p:cNvPr>
          <p:cNvGrpSpPr/>
          <p:nvPr userDrawn="1"/>
        </p:nvGrpSpPr>
        <p:grpSpPr>
          <a:xfrm>
            <a:off x="4423118" y="4438265"/>
            <a:ext cx="5794638" cy="637875"/>
            <a:chOff x="3961965" y="2042178"/>
            <a:chExt cx="4611738" cy="637875"/>
          </a:xfrm>
        </p:grpSpPr>
        <p:grpSp>
          <p:nvGrpSpPr>
            <p:cNvPr id="44" name="Group 63">
              <a:extLst>
                <a:ext uri="{FF2B5EF4-FFF2-40B4-BE49-F238E27FC236}">
                  <a16:creationId xmlns:a16="http://schemas.microsoft.com/office/drawing/2014/main" id="{668F1D1F-8D0D-4F9F-9F37-6FF432E4C0C9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47" name="Rectangle: Rounded Corners 186">
                <a:extLst>
                  <a:ext uri="{FF2B5EF4-FFF2-40B4-BE49-F238E27FC236}">
                    <a16:creationId xmlns:a16="http://schemas.microsoft.com/office/drawing/2014/main" id="{6F1C3FA8-9F0D-4A2D-A59E-F6665B65179C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48" name="Group 286">
                <a:extLst>
                  <a:ext uri="{FF2B5EF4-FFF2-40B4-BE49-F238E27FC236}">
                    <a16:creationId xmlns:a16="http://schemas.microsoft.com/office/drawing/2014/main" id="{83FB8611-8AF7-41FE-A056-2A31526BF772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50" name="Rectangle: Rounded Corners 192">
                  <a:extLst>
                    <a:ext uri="{FF2B5EF4-FFF2-40B4-BE49-F238E27FC236}">
                      <a16:creationId xmlns:a16="http://schemas.microsoft.com/office/drawing/2014/main" id="{F397D70B-4915-4B5D-AB60-2F40C8D20A23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51" name="Rectangle: Top Corners Rounded 193">
                  <a:extLst>
                    <a:ext uri="{FF2B5EF4-FFF2-40B4-BE49-F238E27FC236}">
                      <a16:creationId xmlns:a16="http://schemas.microsoft.com/office/drawing/2014/main" id="{A2024E37-D5A6-4AC0-B2D7-E1E6B6FF7341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49" name="TextBox 262">
                <a:extLst>
                  <a:ext uri="{FF2B5EF4-FFF2-40B4-BE49-F238E27FC236}">
                    <a16:creationId xmlns:a16="http://schemas.microsoft.com/office/drawing/2014/main" id="{0CB38A30-82B9-4646-B40C-781BF1434F9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45" name="Rectangle: Top Corners Rounded 232">
              <a:extLst>
                <a:ext uri="{FF2B5EF4-FFF2-40B4-BE49-F238E27FC236}">
                  <a16:creationId xmlns:a16="http://schemas.microsoft.com/office/drawing/2014/main" id="{681C0A54-5C20-4559-BD42-1FA9F54DA539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0AAB5013-5E08-436C-A8AA-DB3BE07CCE46}"/>
              </a:ext>
            </a:extLst>
          </p:cNvPr>
          <p:cNvSpPr/>
          <p:nvPr userDrawn="1"/>
        </p:nvSpPr>
        <p:spPr>
          <a:xfrm>
            <a:off x="100800" y="79200"/>
            <a:ext cx="1760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汇报提纲</a:t>
            </a:r>
          </a:p>
        </p:txBody>
      </p:sp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0FB9C6A4-AF19-438A-9A3A-F5BC2E36DF26}"/>
              </a:ext>
            </a:extLst>
          </p:cNvPr>
          <p:cNvSpPr txBox="1">
            <a:spLocks/>
          </p:cNvSpPr>
          <p:nvPr userDrawn="1"/>
        </p:nvSpPr>
        <p:spPr>
          <a:xfrm>
            <a:off x="11642726" y="6604000"/>
            <a:ext cx="425450" cy="25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FBB389A-E8A1-4F04-A498-137ADB0AF94A}"/>
              </a:ext>
            </a:extLst>
          </p:cNvPr>
          <p:cNvGrpSpPr/>
          <p:nvPr userDrawn="1"/>
        </p:nvGrpSpPr>
        <p:grpSpPr>
          <a:xfrm>
            <a:off x="4430075" y="5573540"/>
            <a:ext cx="5780725" cy="637875"/>
            <a:chOff x="3961965" y="2042178"/>
            <a:chExt cx="4611738" cy="637875"/>
          </a:xfrm>
        </p:grpSpPr>
        <p:grpSp>
          <p:nvGrpSpPr>
            <p:cNvPr id="55" name="Group 63">
              <a:extLst>
                <a:ext uri="{FF2B5EF4-FFF2-40B4-BE49-F238E27FC236}">
                  <a16:creationId xmlns:a16="http://schemas.microsoft.com/office/drawing/2014/main" id="{7EBD1F8F-D668-46BF-8577-FDE80C9CDFC2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58" name="Rectangle: Rounded Corners 186">
                <a:extLst>
                  <a:ext uri="{FF2B5EF4-FFF2-40B4-BE49-F238E27FC236}">
                    <a16:creationId xmlns:a16="http://schemas.microsoft.com/office/drawing/2014/main" id="{83DD2670-819D-43AD-8577-45E7CBFA90E2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59" name="Group 286">
                <a:extLst>
                  <a:ext uri="{FF2B5EF4-FFF2-40B4-BE49-F238E27FC236}">
                    <a16:creationId xmlns:a16="http://schemas.microsoft.com/office/drawing/2014/main" id="{F8442441-A25B-480E-BBCC-8C6A1D262C23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61" name="Rectangle: Rounded Corners 192">
                  <a:extLst>
                    <a:ext uri="{FF2B5EF4-FFF2-40B4-BE49-F238E27FC236}">
                      <a16:creationId xmlns:a16="http://schemas.microsoft.com/office/drawing/2014/main" id="{76EBFED3-1505-4457-8188-4DEBCFF9DD1C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62" name="Rectangle: Top Corners Rounded 193">
                  <a:extLst>
                    <a:ext uri="{FF2B5EF4-FFF2-40B4-BE49-F238E27FC236}">
                      <a16:creationId xmlns:a16="http://schemas.microsoft.com/office/drawing/2014/main" id="{5EDF7965-A030-4B3A-AB21-D22B053D99BB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60" name="TextBox 262">
                <a:extLst>
                  <a:ext uri="{FF2B5EF4-FFF2-40B4-BE49-F238E27FC236}">
                    <a16:creationId xmlns:a16="http://schemas.microsoft.com/office/drawing/2014/main" id="{79554975-A1A3-4E97-8AE5-9933F1299C6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56" name="Rectangle: Top Corners Rounded 232">
              <a:extLst>
                <a:ext uri="{FF2B5EF4-FFF2-40B4-BE49-F238E27FC236}">
                  <a16:creationId xmlns:a16="http://schemas.microsoft.com/office/drawing/2014/main" id="{7805A5D7-8AEF-4EC8-95D8-79A5C8370E9C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2F937840-2C9E-46B9-AD48-A8D0961691F7}"/>
                </a:ext>
              </a:extLst>
            </p:cNvPr>
            <p:cNvSpPr/>
            <p:nvPr/>
          </p:nvSpPr>
          <p:spPr>
            <a:xfrm>
              <a:off x="4717836" y="2099503"/>
              <a:ext cx="37370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zh-CN" altLang="en-US" sz="2800" b="1" kern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拟开展研究工作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58F21D3-EC76-4C05-9145-8CF2CD4BD1E9}"/>
              </a:ext>
            </a:extLst>
          </p:cNvPr>
          <p:cNvGrpSpPr/>
          <p:nvPr userDrawn="1"/>
        </p:nvGrpSpPr>
        <p:grpSpPr>
          <a:xfrm>
            <a:off x="4423118" y="5571376"/>
            <a:ext cx="5794638" cy="637875"/>
            <a:chOff x="3961965" y="2042178"/>
            <a:chExt cx="4611738" cy="63787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78FCBC4-4248-4C4C-B902-D62281356FE0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67" name="Rectangle: Rounded Corners 186">
                <a:extLst>
                  <a:ext uri="{FF2B5EF4-FFF2-40B4-BE49-F238E27FC236}">
                    <a16:creationId xmlns:a16="http://schemas.microsoft.com/office/drawing/2014/main" id="{C7F091A7-1CCB-49A3-BE9E-6D253C5A66A1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68" name="Group 286">
                <a:extLst>
                  <a:ext uri="{FF2B5EF4-FFF2-40B4-BE49-F238E27FC236}">
                    <a16:creationId xmlns:a16="http://schemas.microsoft.com/office/drawing/2014/main" id="{D3F8B79C-5A96-4023-9598-B6DFE72E312C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70" name="Rectangle: Rounded Corners 192">
                  <a:extLst>
                    <a:ext uri="{FF2B5EF4-FFF2-40B4-BE49-F238E27FC236}">
                      <a16:creationId xmlns:a16="http://schemas.microsoft.com/office/drawing/2014/main" id="{6B1EB0B6-819C-450A-81AD-A92259D8249E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71" name="Rectangle: Top Corners Rounded 193">
                  <a:extLst>
                    <a:ext uri="{FF2B5EF4-FFF2-40B4-BE49-F238E27FC236}">
                      <a16:creationId xmlns:a16="http://schemas.microsoft.com/office/drawing/2014/main" id="{2E36392B-D42E-45AA-AF20-F70EDE217821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69" name="TextBox 262">
                <a:extLst>
                  <a:ext uri="{FF2B5EF4-FFF2-40B4-BE49-F238E27FC236}">
                    <a16:creationId xmlns:a16="http://schemas.microsoft.com/office/drawing/2014/main" id="{C1A00589-10AA-4532-9D0A-7A6F224AB74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</a:p>
            </p:txBody>
          </p:sp>
        </p:grpSp>
        <p:sp>
          <p:nvSpPr>
            <p:cNvPr id="65" name="Rectangle: Top Corners Rounded 232">
              <a:extLst>
                <a:ext uri="{FF2B5EF4-FFF2-40B4-BE49-F238E27FC236}">
                  <a16:creationId xmlns:a16="http://schemas.microsoft.com/office/drawing/2014/main" id="{A0187D0B-9B3D-452C-BB75-EAE030A1FBE4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sp>
        <p:nvSpPr>
          <p:cNvPr id="72" name="矩形 71">
            <a:extLst>
              <a:ext uri="{FF2B5EF4-FFF2-40B4-BE49-F238E27FC236}">
                <a16:creationId xmlns:a16="http://schemas.microsoft.com/office/drawing/2014/main" id="{5C15071F-95FD-4D71-8860-0DD4F3041531}"/>
              </a:ext>
            </a:extLst>
          </p:cNvPr>
          <p:cNvSpPr/>
          <p:nvPr userDrawn="1"/>
        </p:nvSpPr>
        <p:spPr>
          <a:xfrm>
            <a:off x="2086160" y="1038934"/>
            <a:ext cx="942974" cy="5170313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报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录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1F471DF-08BB-4FC6-B2DF-CB7729568813}"/>
              </a:ext>
            </a:extLst>
          </p:cNvPr>
          <p:cNvSpPr/>
          <p:nvPr userDrawn="1"/>
        </p:nvSpPr>
        <p:spPr>
          <a:xfrm>
            <a:off x="0" y="6800850"/>
            <a:ext cx="12192000" cy="6553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4" name="任意多边形: 形状 23">
            <a:extLst>
              <a:ext uri="{FF2B5EF4-FFF2-40B4-BE49-F238E27FC236}">
                <a16:creationId xmlns:a16="http://schemas.microsoft.com/office/drawing/2014/main" id="{75F53539-DB86-42F2-A1BF-4651DE08DEA5}"/>
              </a:ext>
            </a:extLst>
          </p:cNvPr>
          <p:cNvSpPr/>
          <p:nvPr userDrawn="1"/>
        </p:nvSpPr>
        <p:spPr>
          <a:xfrm>
            <a:off x="9877900" y="0"/>
            <a:ext cx="2308859" cy="297764"/>
          </a:xfrm>
          <a:custGeom>
            <a:avLst/>
            <a:gdLst>
              <a:gd name="connsiteX0" fmla="*/ 161290 w 4652382"/>
              <a:gd name="connsiteY0" fmla="*/ 0 h 331531"/>
              <a:gd name="connsiteX1" fmla="*/ 4652382 w 4652382"/>
              <a:gd name="connsiteY1" fmla="*/ 0 h 331531"/>
              <a:gd name="connsiteX2" fmla="*/ 4652382 w 4652382"/>
              <a:gd name="connsiteY2" fmla="*/ 331531 h 331531"/>
              <a:gd name="connsiteX3" fmla="*/ 0 w 4652382"/>
              <a:gd name="connsiteY3" fmla="*/ 331531 h 33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2382" h="331531">
                <a:moveTo>
                  <a:pt x="161290" y="0"/>
                </a:moveTo>
                <a:lnTo>
                  <a:pt x="4652382" y="0"/>
                </a:lnTo>
                <a:lnTo>
                  <a:pt x="4652382" y="331531"/>
                </a:lnTo>
                <a:lnTo>
                  <a:pt x="0" y="331531"/>
                </a:lnTo>
                <a:close/>
              </a:path>
            </a:pathLst>
          </a:custGeom>
          <a:solidFill>
            <a:srgbClr val="3E4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5" name="任意多边形: 形状 24">
            <a:extLst>
              <a:ext uri="{FF2B5EF4-FFF2-40B4-BE49-F238E27FC236}">
                <a16:creationId xmlns:a16="http://schemas.microsoft.com/office/drawing/2014/main" id="{277977DD-E25A-45F8-85AE-183FE9F01541}"/>
              </a:ext>
            </a:extLst>
          </p:cNvPr>
          <p:cNvSpPr/>
          <p:nvPr userDrawn="1"/>
        </p:nvSpPr>
        <p:spPr>
          <a:xfrm>
            <a:off x="10945667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6" name="任意多边形: 形状 25">
            <a:extLst>
              <a:ext uri="{FF2B5EF4-FFF2-40B4-BE49-F238E27FC236}">
                <a16:creationId xmlns:a16="http://schemas.microsoft.com/office/drawing/2014/main" id="{07BD0529-F17E-47AB-BCB4-6C1AA650B07D}"/>
              </a:ext>
            </a:extLst>
          </p:cNvPr>
          <p:cNvSpPr/>
          <p:nvPr userDrawn="1"/>
        </p:nvSpPr>
        <p:spPr>
          <a:xfrm>
            <a:off x="10545223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7" name="任意多边形: 形状 28">
            <a:extLst>
              <a:ext uri="{FF2B5EF4-FFF2-40B4-BE49-F238E27FC236}">
                <a16:creationId xmlns:a16="http://schemas.microsoft.com/office/drawing/2014/main" id="{CE191657-FD3D-4647-A8B6-6B35643B5943}"/>
              </a:ext>
            </a:extLst>
          </p:cNvPr>
          <p:cNvSpPr/>
          <p:nvPr userDrawn="1"/>
        </p:nvSpPr>
        <p:spPr>
          <a:xfrm>
            <a:off x="11346110" y="0"/>
            <a:ext cx="840650" cy="681036"/>
          </a:xfrm>
          <a:custGeom>
            <a:avLst/>
            <a:gdLst>
              <a:gd name="connsiteX0" fmla="*/ 368896 w 935980"/>
              <a:gd name="connsiteY0" fmla="*/ 0 h 758266"/>
              <a:gd name="connsiteX1" fmla="*/ 935980 w 935980"/>
              <a:gd name="connsiteY1" fmla="*/ 0 h 758266"/>
              <a:gd name="connsiteX2" fmla="*/ 935980 w 935980"/>
              <a:gd name="connsiteY2" fmla="*/ 758266 h 758266"/>
              <a:gd name="connsiteX3" fmla="*/ 0 w 935980"/>
              <a:gd name="connsiteY3" fmla="*/ 758266 h 75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5980" h="758266">
                <a:moveTo>
                  <a:pt x="368896" y="0"/>
                </a:moveTo>
                <a:lnTo>
                  <a:pt x="935980" y="0"/>
                </a:lnTo>
                <a:lnTo>
                  <a:pt x="935980" y="758266"/>
                </a:lnTo>
                <a:lnTo>
                  <a:pt x="0" y="758266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900503A5-A5F5-426A-A3D5-3CCB332198E2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62564"/>
            <a:ext cx="10412285" cy="1847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FD9FE413-E9B2-45DD-A6EE-28C31D08A086}"/>
              </a:ext>
            </a:extLst>
          </p:cNvPr>
          <p:cNvSpPr/>
          <p:nvPr userDrawn="1"/>
        </p:nvSpPr>
        <p:spPr>
          <a:xfrm>
            <a:off x="11642725" y="6610525"/>
            <a:ext cx="428624" cy="20112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C5D1750-C544-4EB3-9763-7F0561D1A067}"/>
              </a:ext>
            </a:extLst>
          </p:cNvPr>
          <p:cNvSpPr txBox="1"/>
          <p:nvPr userDrawn="1"/>
        </p:nvSpPr>
        <p:spPr>
          <a:xfrm>
            <a:off x="11660509" y="6563548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6BF1BBFE-AE29-434B-8858-4B0962739355}" type="slidenum">
              <a:rPr lang="zh-CN" alt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48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E30F9353-CB3F-40E0-BB23-2412C42DA947}"/>
              </a:ext>
            </a:extLst>
          </p:cNvPr>
          <p:cNvGrpSpPr/>
          <p:nvPr userDrawn="1"/>
        </p:nvGrpSpPr>
        <p:grpSpPr>
          <a:xfrm>
            <a:off x="4430075" y="1038934"/>
            <a:ext cx="5780725" cy="637875"/>
            <a:chOff x="3961965" y="2042178"/>
            <a:chExt cx="4611738" cy="637875"/>
          </a:xfrm>
        </p:grpSpPr>
        <p:grpSp>
          <p:nvGrpSpPr>
            <p:cNvPr id="77" name="Group 63">
              <a:extLst>
                <a:ext uri="{FF2B5EF4-FFF2-40B4-BE49-F238E27FC236}">
                  <a16:creationId xmlns:a16="http://schemas.microsoft.com/office/drawing/2014/main" id="{A571DEF5-346C-49C8-8C96-A0561F27D4BB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79" name="Rectangle: Rounded Corners 186">
                <a:extLst>
                  <a:ext uri="{FF2B5EF4-FFF2-40B4-BE49-F238E27FC236}">
                    <a16:creationId xmlns:a16="http://schemas.microsoft.com/office/drawing/2014/main" id="{007FC56B-EC97-4D4C-9C6E-E1C1682F1E91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B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80" name="Group 286">
                <a:extLst>
                  <a:ext uri="{FF2B5EF4-FFF2-40B4-BE49-F238E27FC236}">
                    <a16:creationId xmlns:a16="http://schemas.microsoft.com/office/drawing/2014/main" id="{8D782672-60D1-43F6-BD95-F8E91A518F3D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82" name="Rectangle: Rounded Corners 192">
                  <a:extLst>
                    <a:ext uri="{FF2B5EF4-FFF2-40B4-BE49-F238E27FC236}">
                      <a16:creationId xmlns:a16="http://schemas.microsoft.com/office/drawing/2014/main" id="{C71B3A08-C3E8-45B4-9528-1189E04A7387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83" name="Rectangle: Top Corners Rounded 193">
                  <a:extLst>
                    <a:ext uri="{FF2B5EF4-FFF2-40B4-BE49-F238E27FC236}">
                      <a16:creationId xmlns:a16="http://schemas.microsoft.com/office/drawing/2014/main" id="{EBB2A07D-D614-4E18-B8E4-189AD0643A04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81" name="TextBox 262">
                <a:extLst>
                  <a:ext uri="{FF2B5EF4-FFF2-40B4-BE49-F238E27FC236}">
                    <a16:creationId xmlns:a16="http://schemas.microsoft.com/office/drawing/2014/main" id="{DEFCDDEF-DC8F-4439-A680-4B08FB17690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sp>
          <p:nvSpPr>
            <p:cNvPr id="78" name="Rectangle: Top Corners Rounded 232">
              <a:extLst>
                <a:ext uri="{FF2B5EF4-FFF2-40B4-BE49-F238E27FC236}">
                  <a16:creationId xmlns:a16="http://schemas.microsoft.com/office/drawing/2014/main" id="{38C3C761-F5BE-45BB-91DB-A3E9D42F1E48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F820F8A-A9D8-4D9F-9814-584F3335D1D7}"/>
              </a:ext>
            </a:extLst>
          </p:cNvPr>
          <p:cNvGrpSpPr/>
          <p:nvPr userDrawn="1"/>
        </p:nvGrpSpPr>
        <p:grpSpPr>
          <a:xfrm>
            <a:off x="4430075" y="2172044"/>
            <a:ext cx="5780725" cy="637875"/>
            <a:chOff x="3961965" y="2042178"/>
            <a:chExt cx="4611738" cy="637875"/>
          </a:xfrm>
        </p:grpSpPr>
        <p:grpSp>
          <p:nvGrpSpPr>
            <p:cNvPr id="85" name="Group 63">
              <a:extLst>
                <a:ext uri="{FF2B5EF4-FFF2-40B4-BE49-F238E27FC236}">
                  <a16:creationId xmlns:a16="http://schemas.microsoft.com/office/drawing/2014/main" id="{81DF12FA-D963-4F84-BFB8-83FF5C9244F2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87" name="Rectangle: Rounded Corners 186">
                <a:extLst>
                  <a:ext uri="{FF2B5EF4-FFF2-40B4-BE49-F238E27FC236}">
                    <a16:creationId xmlns:a16="http://schemas.microsoft.com/office/drawing/2014/main" id="{32E8E657-42AC-4314-8FBF-32F2FAB8D57A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B2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88" name="Group 286">
                <a:extLst>
                  <a:ext uri="{FF2B5EF4-FFF2-40B4-BE49-F238E27FC236}">
                    <a16:creationId xmlns:a16="http://schemas.microsoft.com/office/drawing/2014/main" id="{0E21D9F4-D528-4637-98E5-C33F47B9B97B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90" name="Rectangle: Rounded Corners 192">
                  <a:extLst>
                    <a:ext uri="{FF2B5EF4-FFF2-40B4-BE49-F238E27FC236}">
                      <a16:creationId xmlns:a16="http://schemas.microsoft.com/office/drawing/2014/main" id="{B093ADED-1BF5-459C-BD3A-3BFB5B9483A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91" name="Rectangle: Top Corners Rounded 193">
                  <a:extLst>
                    <a:ext uri="{FF2B5EF4-FFF2-40B4-BE49-F238E27FC236}">
                      <a16:creationId xmlns:a16="http://schemas.microsoft.com/office/drawing/2014/main" id="{C9D6B4FD-E804-465C-AE7A-8E6B72D19B1E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89" name="TextBox 262">
                <a:extLst>
                  <a:ext uri="{FF2B5EF4-FFF2-40B4-BE49-F238E27FC236}">
                    <a16:creationId xmlns:a16="http://schemas.microsoft.com/office/drawing/2014/main" id="{79996087-2CDB-4466-BBD9-60B84E9204F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sp>
          <p:nvSpPr>
            <p:cNvPr id="86" name="Rectangle: Top Corners Rounded 232">
              <a:extLst>
                <a:ext uri="{FF2B5EF4-FFF2-40B4-BE49-F238E27FC236}">
                  <a16:creationId xmlns:a16="http://schemas.microsoft.com/office/drawing/2014/main" id="{02F58D63-02A1-4C12-887C-81677EACA361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2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4761E3B7-80E3-44E6-B579-E8CC7AF34371}"/>
              </a:ext>
            </a:extLst>
          </p:cNvPr>
          <p:cNvGrpSpPr/>
          <p:nvPr userDrawn="1"/>
        </p:nvGrpSpPr>
        <p:grpSpPr>
          <a:xfrm>
            <a:off x="4430075" y="3305154"/>
            <a:ext cx="5780725" cy="637875"/>
            <a:chOff x="4430075" y="3307320"/>
            <a:chExt cx="5780725" cy="637875"/>
          </a:xfrm>
        </p:grpSpPr>
        <p:grpSp>
          <p:nvGrpSpPr>
            <p:cNvPr id="93" name="Group 63">
              <a:extLst>
                <a:ext uri="{FF2B5EF4-FFF2-40B4-BE49-F238E27FC236}">
                  <a16:creationId xmlns:a16="http://schemas.microsoft.com/office/drawing/2014/main" id="{9C88E2B1-6F20-456B-B44E-7336EB1BAE8A}"/>
                </a:ext>
              </a:extLst>
            </p:cNvPr>
            <p:cNvGrpSpPr/>
            <p:nvPr/>
          </p:nvGrpSpPr>
          <p:grpSpPr>
            <a:xfrm>
              <a:off x="4430075" y="3307323"/>
              <a:ext cx="5728235" cy="637872"/>
              <a:chOff x="5595957" y="1888529"/>
              <a:chExt cx="5395548" cy="753124"/>
            </a:xfrm>
          </p:grpSpPr>
          <p:sp>
            <p:nvSpPr>
              <p:cNvPr id="95" name="Rectangle: Rounded Corners 186">
                <a:extLst>
                  <a:ext uri="{FF2B5EF4-FFF2-40B4-BE49-F238E27FC236}">
                    <a16:creationId xmlns:a16="http://schemas.microsoft.com/office/drawing/2014/main" id="{863062E8-5914-419B-80B5-61238AD3F248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96" name="Group 286">
                <a:extLst>
                  <a:ext uri="{FF2B5EF4-FFF2-40B4-BE49-F238E27FC236}">
                    <a16:creationId xmlns:a16="http://schemas.microsoft.com/office/drawing/2014/main" id="{887E8241-6EE9-47A2-8033-66C13DE16133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98" name="Rectangle: Rounded Corners 192">
                  <a:extLst>
                    <a:ext uri="{FF2B5EF4-FFF2-40B4-BE49-F238E27FC236}">
                      <a16:creationId xmlns:a16="http://schemas.microsoft.com/office/drawing/2014/main" id="{32D2BCA7-2CB3-43D5-9360-39CA3BBFDCFD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99" name="Rectangle: Top Corners Rounded 193">
                  <a:extLst>
                    <a:ext uri="{FF2B5EF4-FFF2-40B4-BE49-F238E27FC236}">
                      <a16:creationId xmlns:a16="http://schemas.microsoft.com/office/drawing/2014/main" id="{63127E13-27B8-4C1C-B9ED-6752AFD230D2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97" name="TextBox 262">
                <a:extLst>
                  <a:ext uri="{FF2B5EF4-FFF2-40B4-BE49-F238E27FC236}">
                    <a16:creationId xmlns:a16="http://schemas.microsoft.com/office/drawing/2014/main" id="{590AB213-21BA-4EB7-90CE-CDD9E34C551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  <p:sp>
          <p:nvSpPr>
            <p:cNvPr id="94" name="Rectangle: Top Corners Rounded 232">
              <a:extLst>
                <a:ext uri="{FF2B5EF4-FFF2-40B4-BE49-F238E27FC236}">
                  <a16:creationId xmlns:a16="http://schemas.microsoft.com/office/drawing/2014/main" id="{B4882F1C-F7DB-4F86-97FD-D61AD810A8CC}"/>
                </a:ext>
              </a:extLst>
            </p:cNvPr>
            <p:cNvSpPr/>
            <p:nvPr/>
          </p:nvSpPr>
          <p:spPr>
            <a:xfrm rot="16200000">
              <a:off x="9867595" y="3601986"/>
              <a:ext cx="637871" cy="4853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E30FF7B-4957-419E-8666-8771492EE813}"/>
              </a:ext>
            </a:extLst>
          </p:cNvPr>
          <p:cNvGrpSpPr/>
          <p:nvPr userDrawn="1"/>
        </p:nvGrpSpPr>
        <p:grpSpPr>
          <a:xfrm>
            <a:off x="4430075" y="4441514"/>
            <a:ext cx="5780725" cy="637875"/>
            <a:chOff x="3961965" y="2042178"/>
            <a:chExt cx="4611738" cy="637875"/>
          </a:xfrm>
        </p:grpSpPr>
        <p:grpSp>
          <p:nvGrpSpPr>
            <p:cNvPr id="101" name="Group 63">
              <a:extLst>
                <a:ext uri="{FF2B5EF4-FFF2-40B4-BE49-F238E27FC236}">
                  <a16:creationId xmlns:a16="http://schemas.microsoft.com/office/drawing/2014/main" id="{6D37E13C-5689-4933-9BD4-52F7CB7E0BDA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04" name="Rectangle: Rounded Corners 186">
                <a:extLst>
                  <a:ext uri="{FF2B5EF4-FFF2-40B4-BE49-F238E27FC236}">
                    <a16:creationId xmlns:a16="http://schemas.microsoft.com/office/drawing/2014/main" id="{61693D21-0997-41A4-A88A-99DB23334685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05" name="Group 286">
                <a:extLst>
                  <a:ext uri="{FF2B5EF4-FFF2-40B4-BE49-F238E27FC236}">
                    <a16:creationId xmlns:a16="http://schemas.microsoft.com/office/drawing/2014/main" id="{E889E4CE-03E7-47DC-80B8-375F6B481A7F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07" name="Rectangle: Rounded Corners 192">
                  <a:extLst>
                    <a:ext uri="{FF2B5EF4-FFF2-40B4-BE49-F238E27FC236}">
                      <a16:creationId xmlns:a16="http://schemas.microsoft.com/office/drawing/2014/main" id="{4C0A78BD-05A0-4831-8172-830B64125CD2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08" name="Rectangle: Top Corners Rounded 193">
                  <a:extLst>
                    <a:ext uri="{FF2B5EF4-FFF2-40B4-BE49-F238E27FC236}">
                      <a16:creationId xmlns:a16="http://schemas.microsoft.com/office/drawing/2014/main" id="{F2940DA2-3908-4B8E-B4B0-54E7B9A904FB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06" name="TextBox 262">
                <a:extLst>
                  <a:ext uri="{FF2B5EF4-FFF2-40B4-BE49-F238E27FC236}">
                    <a16:creationId xmlns:a16="http://schemas.microsoft.com/office/drawing/2014/main" id="{2D2F805F-97B0-43E0-907D-4EDA2CA8707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02" name="Rectangle: Top Corners Rounded 232">
              <a:extLst>
                <a:ext uri="{FF2B5EF4-FFF2-40B4-BE49-F238E27FC236}">
                  <a16:creationId xmlns:a16="http://schemas.microsoft.com/office/drawing/2014/main" id="{0E3F1DBA-7B40-4BB1-BE7A-898734ABEFBE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9BF71DE4-A267-4A98-993D-499D040DF0E9}"/>
                </a:ext>
              </a:extLst>
            </p:cNvPr>
            <p:cNvSpPr/>
            <p:nvPr/>
          </p:nvSpPr>
          <p:spPr>
            <a:xfrm>
              <a:off x="4717836" y="2099503"/>
              <a:ext cx="37370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zh-CN" altLang="en-US" sz="2800" b="1" kern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拟开展研究工作</a:t>
              </a: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71E0B2E1-F073-4F1E-8E6E-6D4DEF09ABEA}"/>
              </a:ext>
            </a:extLst>
          </p:cNvPr>
          <p:cNvGrpSpPr/>
          <p:nvPr userDrawn="1"/>
        </p:nvGrpSpPr>
        <p:grpSpPr>
          <a:xfrm>
            <a:off x="4423118" y="4438265"/>
            <a:ext cx="5794638" cy="637875"/>
            <a:chOff x="3961965" y="2042178"/>
            <a:chExt cx="4611738" cy="637875"/>
          </a:xfrm>
        </p:grpSpPr>
        <p:grpSp>
          <p:nvGrpSpPr>
            <p:cNvPr id="110" name="Group 63">
              <a:extLst>
                <a:ext uri="{FF2B5EF4-FFF2-40B4-BE49-F238E27FC236}">
                  <a16:creationId xmlns:a16="http://schemas.microsoft.com/office/drawing/2014/main" id="{079B03B4-6742-4C7C-BA1E-2B0A422DA2CB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12" name="Rectangle: Rounded Corners 186">
                <a:extLst>
                  <a:ext uri="{FF2B5EF4-FFF2-40B4-BE49-F238E27FC236}">
                    <a16:creationId xmlns:a16="http://schemas.microsoft.com/office/drawing/2014/main" id="{2E2D3ECE-3E34-465C-B985-8EE7B88830E6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13" name="Group 286">
                <a:extLst>
                  <a:ext uri="{FF2B5EF4-FFF2-40B4-BE49-F238E27FC236}">
                    <a16:creationId xmlns:a16="http://schemas.microsoft.com/office/drawing/2014/main" id="{C4F8DD36-DEFE-4C15-870F-52BA6C5C5E5A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15" name="Rectangle: Rounded Corners 192">
                  <a:extLst>
                    <a:ext uri="{FF2B5EF4-FFF2-40B4-BE49-F238E27FC236}">
                      <a16:creationId xmlns:a16="http://schemas.microsoft.com/office/drawing/2014/main" id="{796C666F-0787-4BE7-AA97-4BB714281CD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16" name="Rectangle: Top Corners Rounded 193">
                  <a:extLst>
                    <a:ext uri="{FF2B5EF4-FFF2-40B4-BE49-F238E27FC236}">
                      <a16:creationId xmlns:a16="http://schemas.microsoft.com/office/drawing/2014/main" id="{30C14A2E-B58B-46DA-B5AC-54D0F6650C7F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14" name="TextBox 262">
                <a:extLst>
                  <a:ext uri="{FF2B5EF4-FFF2-40B4-BE49-F238E27FC236}">
                    <a16:creationId xmlns:a16="http://schemas.microsoft.com/office/drawing/2014/main" id="{48EE1A7D-04EB-40F8-832F-D390971256C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11" name="Rectangle: Top Corners Rounded 232">
              <a:extLst>
                <a:ext uri="{FF2B5EF4-FFF2-40B4-BE49-F238E27FC236}">
                  <a16:creationId xmlns:a16="http://schemas.microsoft.com/office/drawing/2014/main" id="{692B5E05-BC4A-4CAF-9EA9-7928E3C6CB0E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sp>
        <p:nvSpPr>
          <p:cNvPr id="117" name="矩形 116">
            <a:extLst>
              <a:ext uri="{FF2B5EF4-FFF2-40B4-BE49-F238E27FC236}">
                <a16:creationId xmlns:a16="http://schemas.microsoft.com/office/drawing/2014/main" id="{B0BD78F6-B893-4ACD-B0C2-3410B617F3C2}"/>
              </a:ext>
            </a:extLst>
          </p:cNvPr>
          <p:cNvSpPr/>
          <p:nvPr userDrawn="1"/>
        </p:nvSpPr>
        <p:spPr>
          <a:xfrm>
            <a:off x="100800" y="79200"/>
            <a:ext cx="1760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汇报提纲</a:t>
            </a:r>
          </a:p>
        </p:txBody>
      </p:sp>
      <p:sp>
        <p:nvSpPr>
          <p:cNvPr id="118" name="Slide Number Placeholder 5">
            <a:extLst>
              <a:ext uri="{FF2B5EF4-FFF2-40B4-BE49-F238E27FC236}">
                <a16:creationId xmlns:a16="http://schemas.microsoft.com/office/drawing/2014/main" id="{8C156CEB-E6EB-4B38-A187-DA807FE70D6D}"/>
              </a:ext>
            </a:extLst>
          </p:cNvPr>
          <p:cNvSpPr txBox="1">
            <a:spLocks/>
          </p:cNvSpPr>
          <p:nvPr userDrawn="1"/>
        </p:nvSpPr>
        <p:spPr>
          <a:xfrm>
            <a:off x="11642726" y="6604000"/>
            <a:ext cx="425450" cy="25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C17AE339-2240-4DBB-A29E-9F3E437FF18D}"/>
              </a:ext>
            </a:extLst>
          </p:cNvPr>
          <p:cNvGrpSpPr/>
          <p:nvPr userDrawn="1"/>
        </p:nvGrpSpPr>
        <p:grpSpPr>
          <a:xfrm>
            <a:off x="4430075" y="5573540"/>
            <a:ext cx="5780725" cy="637875"/>
            <a:chOff x="3961965" y="2042178"/>
            <a:chExt cx="4611738" cy="637875"/>
          </a:xfrm>
        </p:grpSpPr>
        <p:grpSp>
          <p:nvGrpSpPr>
            <p:cNvPr id="120" name="Group 63">
              <a:extLst>
                <a:ext uri="{FF2B5EF4-FFF2-40B4-BE49-F238E27FC236}">
                  <a16:creationId xmlns:a16="http://schemas.microsoft.com/office/drawing/2014/main" id="{362BE3D0-FFEA-4553-8CE6-BD863BA5E414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23" name="Rectangle: Rounded Corners 186">
                <a:extLst>
                  <a:ext uri="{FF2B5EF4-FFF2-40B4-BE49-F238E27FC236}">
                    <a16:creationId xmlns:a16="http://schemas.microsoft.com/office/drawing/2014/main" id="{5AC07454-78DF-4AB6-8D8D-069E6986EE6D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24" name="Group 286">
                <a:extLst>
                  <a:ext uri="{FF2B5EF4-FFF2-40B4-BE49-F238E27FC236}">
                    <a16:creationId xmlns:a16="http://schemas.microsoft.com/office/drawing/2014/main" id="{EFDA1A89-4878-4981-8127-D29CEF2394A7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26" name="Rectangle: Rounded Corners 192">
                  <a:extLst>
                    <a:ext uri="{FF2B5EF4-FFF2-40B4-BE49-F238E27FC236}">
                      <a16:creationId xmlns:a16="http://schemas.microsoft.com/office/drawing/2014/main" id="{618DBFBF-5613-4605-AEE0-C0F4A1F4C4D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27" name="Rectangle: Top Corners Rounded 193">
                  <a:extLst>
                    <a:ext uri="{FF2B5EF4-FFF2-40B4-BE49-F238E27FC236}">
                      <a16:creationId xmlns:a16="http://schemas.microsoft.com/office/drawing/2014/main" id="{6E957ACB-FBDC-4554-B028-1B8436A0D9FA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25" name="TextBox 262">
                <a:extLst>
                  <a:ext uri="{FF2B5EF4-FFF2-40B4-BE49-F238E27FC236}">
                    <a16:creationId xmlns:a16="http://schemas.microsoft.com/office/drawing/2014/main" id="{7E5CCB0B-BD04-40FB-A0C0-D29A6407986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21" name="Rectangle: Top Corners Rounded 232">
              <a:extLst>
                <a:ext uri="{FF2B5EF4-FFF2-40B4-BE49-F238E27FC236}">
                  <a16:creationId xmlns:a16="http://schemas.microsoft.com/office/drawing/2014/main" id="{6808E4CE-A2E7-4055-9ED7-9D4C9F8B7579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F8580D15-E16A-44B1-A232-185928A97CBD}"/>
                </a:ext>
              </a:extLst>
            </p:cNvPr>
            <p:cNvSpPr/>
            <p:nvPr/>
          </p:nvSpPr>
          <p:spPr>
            <a:xfrm>
              <a:off x="4717836" y="2099503"/>
              <a:ext cx="37370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zh-CN" altLang="en-US" sz="2800" b="1" kern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拟开展研究工作</a:t>
              </a: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5D3C1827-ECF3-47C1-9AFF-84053A976763}"/>
              </a:ext>
            </a:extLst>
          </p:cNvPr>
          <p:cNvGrpSpPr/>
          <p:nvPr userDrawn="1"/>
        </p:nvGrpSpPr>
        <p:grpSpPr>
          <a:xfrm>
            <a:off x="4423118" y="5571376"/>
            <a:ext cx="5794638" cy="637875"/>
            <a:chOff x="3961965" y="2042178"/>
            <a:chExt cx="4611738" cy="637875"/>
          </a:xfrm>
        </p:grpSpPr>
        <p:grpSp>
          <p:nvGrpSpPr>
            <p:cNvPr id="129" name="Group 63">
              <a:extLst>
                <a:ext uri="{FF2B5EF4-FFF2-40B4-BE49-F238E27FC236}">
                  <a16:creationId xmlns:a16="http://schemas.microsoft.com/office/drawing/2014/main" id="{C416E7A4-BB12-4B1B-A605-A180C92DB00E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31" name="Rectangle: Rounded Corners 186">
                <a:extLst>
                  <a:ext uri="{FF2B5EF4-FFF2-40B4-BE49-F238E27FC236}">
                    <a16:creationId xmlns:a16="http://schemas.microsoft.com/office/drawing/2014/main" id="{2174E473-581C-4B55-B86A-4F5EB4121114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32" name="Group 286">
                <a:extLst>
                  <a:ext uri="{FF2B5EF4-FFF2-40B4-BE49-F238E27FC236}">
                    <a16:creationId xmlns:a16="http://schemas.microsoft.com/office/drawing/2014/main" id="{7DBB853C-4D40-4BDF-8C9B-A929F35BA901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34" name="Rectangle: Rounded Corners 192">
                  <a:extLst>
                    <a:ext uri="{FF2B5EF4-FFF2-40B4-BE49-F238E27FC236}">
                      <a16:creationId xmlns:a16="http://schemas.microsoft.com/office/drawing/2014/main" id="{562945CB-EF61-48FC-8456-E38DE41AAE38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35" name="Rectangle: Top Corners Rounded 193">
                  <a:extLst>
                    <a:ext uri="{FF2B5EF4-FFF2-40B4-BE49-F238E27FC236}">
                      <a16:creationId xmlns:a16="http://schemas.microsoft.com/office/drawing/2014/main" id="{E8D4CC2D-BF75-4E5A-A096-CCBA75E5A658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33" name="TextBox 262">
                <a:extLst>
                  <a:ext uri="{FF2B5EF4-FFF2-40B4-BE49-F238E27FC236}">
                    <a16:creationId xmlns:a16="http://schemas.microsoft.com/office/drawing/2014/main" id="{E9BF9897-BA49-43B5-8FF0-73B788B02AE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</a:p>
            </p:txBody>
          </p:sp>
        </p:grpSp>
        <p:sp>
          <p:nvSpPr>
            <p:cNvPr id="130" name="Rectangle: Top Corners Rounded 232">
              <a:extLst>
                <a:ext uri="{FF2B5EF4-FFF2-40B4-BE49-F238E27FC236}">
                  <a16:creationId xmlns:a16="http://schemas.microsoft.com/office/drawing/2014/main" id="{D59C7FAF-C5AA-4C95-8D0B-75C8AAE8381B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sp>
        <p:nvSpPr>
          <p:cNvPr id="136" name="矩形 135">
            <a:extLst>
              <a:ext uri="{FF2B5EF4-FFF2-40B4-BE49-F238E27FC236}">
                <a16:creationId xmlns:a16="http://schemas.microsoft.com/office/drawing/2014/main" id="{C2E7720D-FBE5-41B8-BF62-032D8E058BBB}"/>
              </a:ext>
            </a:extLst>
          </p:cNvPr>
          <p:cNvSpPr/>
          <p:nvPr userDrawn="1"/>
        </p:nvSpPr>
        <p:spPr>
          <a:xfrm>
            <a:off x="2086160" y="1038934"/>
            <a:ext cx="942974" cy="5170313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报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录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6AA316C-C8A0-4A0F-913A-3592642D9B08}"/>
              </a:ext>
            </a:extLst>
          </p:cNvPr>
          <p:cNvSpPr/>
          <p:nvPr userDrawn="1"/>
        </p:nvSpPr>
        <p:spPr>
          <a:xfrm>
            <a:off x="0" y="6800850"/>
            <a:ext cx="12192000" cy="6553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8" name="任意多边形: 形状 23">
            <a:extLst>
              <a:ext uri="{FF2B5EF4-FFF2-40B4-BE49-F238E27FC236}">
                <a16:creationId xmlns:a16="http://schemas.microsoft.com/office/drawing/2014/main" id="{160D5A2B-2AA0-4E8F-A29E-BB56CA21D4A9}"/>
              </a:ext>
            </a:extLst>
          </p:cNvPr>
          <p:cNvSpPr/>
          <p:nvPr userDrawn="1"/>
        </p:nvSpPr>
        <p:spPr>
          <a:xfrm>
            <a:off x="9877900" y="0"/>
            <a:ext cx="2308859" cy="297764"/>
          </a:xfrm>
          <a:custGeom>
            <a:avLst/>
            <a:gdLst>
              <a:gd name="connsiteX0" fmla="*/ 161290 w 4652382"/>
              <a:gd name="connsiteY0" fmla="*/ 0 h 331531"/>
              <a:gd name="connsiteX1" fmla="*/ 4652382 w 4652382"/>
              <a:gd name="connsiteY1" fmla="*/ 0 h 331531"/>
              <a:gd name="connsiteX2" fmla="*/ 4652382 w 4652382"/>
              <a:gd name="connsiteY2" fmla="*/ 331531 h 331531"/>
              <a:gd name="connsiteX3" fmla="*/ 0 w 4652382"/>
              <a:gd name="connsiteY3" fmla="*/ 331531 h 33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2382" h="331531">
                <a:moveTo>
                  <a:pt x="161290" y="0"/>
                </a:moveTo>
                <a:lnTo>
                  <a:pt x="4652382" y="0"/>
                </a:lnTo>
                <a:lnTo>
                  <a:pt x="4652382" y="331531"/>
                </a:lnTo>
                <a:lnTo>
                  <a:pt x="0" y="331531"/>
                </a:lnTo>
                <a:close/>
              </a:path>
            </a:pathLst>
          </a:custGeom>
          <a:solidFill>
            <a:srgbClr val="3E4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9" name="任意多边形: 形状 24">
            <a:extLst>
              <a:ext uri="{FF2B5EF4-FFF2-40B4-BE49-F238E27FC236}">
                <a16:creationId xmlns:a16="http://schemas.microsoft.com/office/drawing/2014/main" id="{E18C0016-19AF-4AEF-9C75-D60F1CFBDA53}"/>
              </a:ext>
            </a:extLst>
          </p:cNvPr>
          <p:cNvSpPr/>
          <p:nvPr userDrawn="1"/>
        </p:nvSpPr>
        <p:spPr>
          <a:xfrm>
            <a:off x="10945667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0" name="任意多边形: 形状 25">
            <a:extLst>
              <a:ext uri="{FF2B5EF4-FFF2-40B4-BE49-F238E27FC236}">
                <a16:creationId xmlns:a16="http://schemas.microsoft.com/office/drawing/2014/main" id="{54510AE1-72B7-473C-8878-F091496BFD68}"/>
              </a:ext>
            </a:extLst>
          </p:cNvPr>
          <p:cNvSpPr/>
          <p:nvPr userDrawn="1"/>
        </p:nvSpPr>
        <p:spPr>
          <a:xfrm>
            <a:off x="10545223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1" name="任意多边形: 形状 28">
            <a:extLst>
              <a:ext uri="{FF2B5EF4-FFF2-40B4-BE49-F238E27FC236}">
                <a16:creationId xmlns:a16="http://schemas.microsoft.com/office/drawing/2014/main" id="{36BB3429-4901-49E6-B67C-E1980F4DB409}"/>
              </a:ext>
            </a:extLst>
          </p:cNvPr>
          <p:cNvSpPr/>
          <p:nvPr userDrawn="1"/>
        </p:nvSpPr>
        <p:spPr>
          <a:xfrm>
            <a:off x="11346110" y="0"/>
            <a:ext cx="840650" cy="681036"/>
          </a:xfrm>
          <a:custGeom>
            <a:avLst/>
            <a:gdLst>
              <a:gd name="connsiteX0" fmla="*/ 368896 w 935980"/>
              <a:gd name="connsiteY0" fmla="*/ 0 h 758266"/>
              <a:gd name="connsiteX1" fmla="*/ 935980 w 935980"/>
              <a:gd name="connsiteY1" fmla="*/ 0 h 758266"/>
              <a:gd name="connsiteX2" fmla="*/ 935980 w 935980"/>
              <a:gd name="connsiteY2" fmla="*/ 758266 h 758266"/>
              <a:gd name="connsiteX3" fmla="*/ 0 w 935980"/>
              <a:gd name="connsiteY3" fmla="*/ 758266 h 75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5980" h="758266">
                <a:moveTo>
                  <a:pt x="368896" y="0"/>
                </a:moveTo>
                <a:lnTo>
                  <a:pt x="935980" y="0"/>
                </a:lnTo>
                <a:lnTo>
                  <a:pt x="935980" y="758266"/>
                </a:lnTo>
                <a:lnTo>
                  <a:pt x="0" y="758266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14D76357-0192-4EB0-88B5-FC902FEDE5B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62564"/>
            <a:ext cx="10412285" cy="1847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>
            <a:extLst>
              <a:ext uri="{FF2B5EF4-FFF2-40B4-BE49-F238E27FC236}">
                <a16:creationId xmlns:a16="http://schemas.microsoft.com/office/drawing/2014/main" id="{65B24FF6-F57A-4A79-9F59-6FCC28AF47C6}"/>
              </a:ext>
            </a:extLst>
          </p:cNvPr>
          <p:cNvSpPr/>
          <p:nvPr userDrawn="1"/>
        </p:nvSpPr>
        <p:spPr>
          <a:xfrm>
            <a:off x="11642725" y="6610525"/>
            <a:ext cx="428624" cy="20112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780A9867-4515-4612-8C47-3D4D56A5F443}"/>
              </a:ext>
            </a:extLst>
          </p:cNvPr>
          <p:cNvSpPr txBox="1"/>
          <p:nvPr userDrawn="1"/>
        </p:nvSpPr>
        <p:spPr>
          <a:xfrm>
            <a:off x="11660509" y="6563548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6BF1BBFE-AE29-434B-8858-4B0962739355}" type="slidenum">
              <a:rPr lang="zh-CN" alt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49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E30F9353-CB3F-40E0-BB23-2412C42DA947}"/>
              </a:ext>
            </a:extLst>
          </p:cNvPr>
          <p:cNvGrpSpPr/>
          <p:nvPr userDrawn="1"/>
        </p:nvGrpSpPr>
        <p:grpSpPr>
          <a:xfrm>
            <a:off x="4430075" y="1038934"/>
            <a:ext cx="5780725" cy="637875"/>
            <a:chOff x="3961965" y="2042178"/>
            <a:chExt cx="4611738" cy="637875"/>
          </a:xfrm>
        </p:grpSpPr>
        <p:grpSp>
          <p:nvGrpSpPr>
            <p:cNvPr id="77" name="Group 63">
              <a:extLst>
                <a:ext uri="{FF2B5EF4-FFF2-40B4-BE49-F238E27FC236}">
                  <a16:creationId xmlns:a16="http://schemas.microsoft.com/office/drawing/2014/main" id="{A571DEF5-346C-49C8-8C96-A0561F27D4BB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79" name="Rectangle: Rounded Corners 186">
                <a:extLst>
                  <a:ext uri="{FF2B5EF4-FFF2-40B4-BE49-F238E27FC236}">
                    <a16:creationId xmlns:a16="http://schemas.microsoft.com/office/drawing/2014/main" id="{007FC56B-EC97-4D4C-9C6E-E1C1682F1E91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B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80" name="Group 286">
                <a:extLst>
                  <a:ext uri="{FF2B5EF4-FFF2-40B4-BE49-F238E27FC236}">
                    <a16:creationId xmlns:a16="http://schemas.microsoft.com/office/drawing/2014/main" id="{8D782672-60D1-43F6-BD95-F8E91A518F3D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82" name="Rectangle: Rounded Corners 192">
                  <a:extLst>
                    <a:ext uri="{FF2B5EF4-FFF2-40B4-BE49-F238E27FC236}">
                      <a16:creationId xmlns:a16="http://schemas.microsoft.com/office/drawing/2014/main" id="{C71B3A08-C3E8-45B4-9528-1189E04A7387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83" name="Rectangle: Top Corners Rounded 193">
                  <a:extLst>
                    <a:ext uri="{FF2B5EF4-FFF2-40B4-BE49-F238E27FC236}">
                      <a16:creationId xmlns:a16="http://schemas.microsoft.com/office/drawing/2014/main" id="{EBB2A07D-D614-4E18-B8E4-189AD0643A04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81" name="TextBox 262">
                <a:extLst>
                  <a:ext uri="{FF2B5EF4-FFF2-40B4-BE49-F238E27FC236}">
                    <a16:creationId xmlns:a16="http://schemas.microsoft.com/office/drawing/2014/main" id="{DEFCDDEF-DC8F-4439-A680-4B08FB17690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sp>
          <p:nvSpPr>
            <p:cNvPr id="78" name="Rectangle: Top Corners Rounded 232">
              <a:extLst>
                <a:ext uri="{FF2B5EF4-FFF2-40B4-BE49-F238E27FC236}">
                  <a16:creationId xmlns:a16="http://schemas.microsoft.com/office/drawing/2014/main" id="{38C3C761-F5BE-45BB-91DB-A3E9D42F1E48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F820F8A-A9D8-4D9F-9814-584F3335D1D7}"/>
              </a:ext>
            </a:extLst>
          </p:cNvPr>
          <p:cNvGrpSpPr/>
          <p:nvPr userDrawn="1"/>
        </p:nvGrpSpPr>
        <p:grpSpPr>
          <a:xfrm>
            <a:off x="4430075" y="2172044"/>
            <a:ext cx="5780725" cy="637875"/>
            <a:chOff x="3961965" y="2042178"/>
            <a:chExt cx="4611738" cy="637875"/>
          </a:xfrm>
        </p:grpSpPr>
        <p:grpSp>
          <p:nvGrpSpPr>
            <p:cNvPr id="85" name="Group 63">
              <a:extLst>
                <a:ext uri="{FF2B5EF4-FFF2-40B4-BE49-F238E27FC236}">
                  <a16:creationId xmlns:a16="http://schemas.microsoft.com/office/drawing/2014/main" id="{81DF12FA-D963-4F84-BFB8-83FF5C9244F2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87" name="Rectangle: Rounded Corners 186">
                <a:extLst>
                  <a:ext uri="{FF2B5EF4-FFF2-40B4-BE49-F238E27FC236}">
                    <a16:creationId xmlns:a16="http://schemas.microsoft.com/office/drawing/2014/main" id="{32E8E657-42AC-4314-8FBF-32F2FAB8D57A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B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88" name="Group 286">
                <a:extLst>
                  <a:ext uri="{FF2B5EF4-FFF2-40B4-BE49-F238E27FC236}">
                    <a16:creationId xmlns:a16="http://schemas.microsoft.com/office/drawing/2014/main" id="{0E21D9F4-D528-4637-98E5-C33F47B9B97B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90" name="Rectangle: Rounded Corners 192">
                  <a:extLst>
                    <a:ext uri="{FF2B5EF4-FFF2-40B4-BE49-F238E27FC236}">
                      <a16:creationId xmlns:a16="http://schemas.microsoft.com/office/drawing/2014/main" id="{B093ADED-1BF5-459C-BD3A-3BFB5B9483A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91" name="Rectangle: Top Corners Rounded 193">
                  <a:extLst>
                    <a:ext uri="{FF2B5EF4-FFF2-40B4-BE49-F238E27FC236}">
                      <a16:creationId xmlns:a16="http://schemas.microsoft.com/office/drawing/2014/main" id="{C9D6B4FD-E804-465C-AE7A-8E6B72D19B1E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89" name="TextBox 262">
                <a:extLst>
                  <a:ext uri="{FF2B5EF4-FFF2-40B4-BE49-F238E27FC236}">
                    <a16:creationId xmlns:a16="http://schemas.microsoft.com/office/drawing/2014/main" id="{79996087-2CDB-4466-BBD9-60B84E9204F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sp>
          <p:nvSpPr>
            <p:cNvPr id="86" name="Rectangle: Top Corners Rounded 232">
              <a:extLst>
                <a:ext uri="{FF2B5EF4-FFF2-40B4-BE49-F238E27FC236}">
                  <a16:creationId xmlns:a16="http://schemas.microsoft.com/office/drawing/2014/main" id="{02F58D63-02A1-4C12-887C-81677EACA361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4761E3B7-80E3-44E6-B579-E8CC7AF34371}"/>
              </a:ext>
            </a:extLst>
          </p:cNvPr>
          <p:cNvGrpSpPr/>
          <p:nvPr userDrawn="1"/>
        </p:nvGrpSpPr>
        <p:grpSpPr>
          <a:xfrm>
            <a:off x="4430075" y="3305154"/>
            <a:ext cx="5780725" cy="637875"/>
            <a:chOff x="4430075" y="3307320"/>
            <a:chExt cx="5780725" cy="637875"/>
          </a:xfrm>
        </p:grpSpPr>
        <p:grpSp>
          <p:nvGrpSpPr>
            <p:cNvPr id="93" name="Group 63">
              <a:extLst>
                <a:ext uri="{FF2B5EF4-FFF2-40B4-BE49-F238E27FC236}">
                  <a16:creationId xmlns:a16="http://schemas.microsoft.com/office/drawing/2014/main" id="{9C88E2B1-6F20-456B-B44E-7336EB1BAE8A}"/>
                </a:ext>
              </a:extLst>
            </p:cNvPr>
            <p:cNvGrpSpPr/>
            <p:nvPr/>
          </p:nvGrpSpPr>
          <p:grpSpPr>
            <a:xfrm>
              <a:off x="4430075" y="3307323"/>
              <a:ext cx="5728235" cy="637872"/>
              <a:chOff x="5595957" y="1888529"/>
              <a:chExt cx="5395548" cy="753124"/>
            </a:xfrm>
          </p:grpSpPr>
          <p:sp>
            <p:nvSpPr>
              <p:cNvPr id="95" name="Rectangle: Rounded Corners 186">
                <a:extLst>
                  <a:ext uri="{FF2B5EF4-FFF2-40B4-BE49-F238E27FC236}">
                    <a16:creationId xmlns:a16="http://schemas.microsoft.com/office/drawing/2014/main" id="{863062E8-5914-419B-80B5-61238AD3F248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B2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96" name="Group 286">
                <a:extLst>
                  <a:ext uri="{FF2B5EF4-FFF2-40B4-BE49-F238E27FC236}">
                    <a16:creationId xmlns:a16="http://schemas.microsoft.com/office/drawing/2014/main" id="{887E8241-6EE9-47A2-8033-66C13DE16133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98" name="Rectangle: Rounded Corners 192">
                  <a:extLst>
                    <a:ext uri="{FF2B5EF4-FFF2-40B4-BE49-F238E27FC236}">
                      <a16:creationId xmlns:a16="http://schemas.microsoft.com/office/drawing/2014/main" id="{32D2BCA7-2CB3-43D5-9360-39CA3BBFDCFD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99" name="Rectangle: Top Corners Rounded 193">
                  <a:extLst>
                    <a:ext uri="{FF2B5EF4-FFF2-40B4-BE49-F238E27FC236}">
                      <a16:creationId xmlns:a16="http://schemas.microsoft.com/office/drawing/2014/main" id="{63127E13-27B8-4C1C-B9ED-6752AFD230D2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97" name="TextBox 262">
                <a:extLst>
                  <a:ext uri="{FF2B5EF4-FFF2-40B4-BE49-F238E27FC236}">
                    <a16:creationId xmlns:a16="http://schemas.microsoft.com/office/drawing/2014/main" id="{590AB213-21BA-4EB7-90CE-CDD9E34C551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  <p:sp>
          <p:nvSpPr>
            <p:cNvPr id="94" name="Rectangle: Top Corners Rounded 232">
              <a:extLst>
                <a:ext uri="{FF2B5EF4-FFF2-40B4-BE49-F238E27FC236}">
                  <a16:creationId xmlns:a16="http://schemas.microsoft.com/office/drawing/2014/main" id="{B4882F1C-F7DB-4F86-97FD-D61AD810A8CC}"/>
                </a:ext>
              </a:extLst>
            </p:cNvPr>
            <p:cNvSpPr/>
            <p:nvPr/>
          </p:nvSpPr>
          <p:spPr>
            <a:xfrm rot="16200000">
              <a:off x="9867595" y="3601986"/>
              <a:ext cx="637871" cy="4853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2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E30FF7B-4957-419E-8666-8771492EE813}"/>
              </a:ext>
            </a:extLst>
          </p:cNvPr>
          <p:cNvGrpSpPr/>
          <p:nvPr userDrawn="1"/>
        </p:nvGrpSpPr>
        <p:grpSpPr>
          <a:xfrm>
            <a:off x="4430075" y="4441514"/>
            <a:ext cx="5780725" cy="637875"/>
            <a:chOff x="3961965" y="2042178"/>
            <a:chExt cx="4611738" cy="637875"/>
          </a:xfrm>
        </p:grpSpPr>
        <p:grpSp>
          <p:nvGrpSpPr>
            <p:cNvPr id="101" name="Group 63">
              <a:extLst>
                <a:ext uri="{FF2B5EF4-FFF2-40B4-BE49-F238E27FC236}">
                  <a16:creationId xmlns:a16="http://schemas.microsoft.com/office/drawing/2014/main" id="{6D37E13C-5689-4933-9BD4-52F7CB7E0BDA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04" name="Rectangle: Rounded Corners 186">
                <a:extLst>
                  <a:ext uri="{FF2B5EF4-FFF2-40B4-BE49-F238E27FC236}">
                    <a16:creationId xmlns:a16="http://schemas.microsoft.com/office/drawing/2014/main" id="{61693D21-0997-41A4-A88A-99DB23334685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05" name="Group 286">
                <a:extLst>
                  <a:ext uri="{FF2B5EF4-FFF2-40B4-BE49-F238E27FC236}">
                    <a16:creationId xmlns:a16="http://schemas.microsoft.com/office/drawing/2014/main" id="{E889E4CE-03E7-47DC-80B8-375F6B481A7F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07" name="Rectangle: Rounded Corners 192">
                  <a:extLst>
                    <a:ext uri="{FF2B5EF4-FFF2-40B4-BE49-F238E27FC236}">
                      <a16:creationId xmlns:a16="http://schemas.microsoft.com/office/drawing/2014/main" id="{4C0A78BD-05A0-4831-8172-830B64125CD2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08" name="Rectangle: Top Corners Rounded 193">
                  <a:extLst>
                    <a:ext uri="{FF2B5EF4-FFF2-40B4-BE49-F238E27FC236}">
                      <a16:creationId xmlns:a16="http://schemas.microsoft.com/office/drawing/2014/main" id="{F2940DA2-3908-4B8E-B4B0-54E7B9A904FB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06" name="TextBox 262">
                <a:extLst>
                  <a:ext uri="{FF2B5EF4-FFF2-40B4-BE49-F238E27FC236}">
                    <a16:creationId xmlns:a16="http://schemas.microsoft.com/office/drawing/2014/main" id="{2D2F805F-97B0-43E0-907D-4EDA2CA8707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02" name="Rectangle: Top Corners Rounded 232">
              <a:extLst>
                <a:ext uri="{FF2B5EF4-FFF2-40B4-BE49-F238E27FC236}">
                  <a16:creationId xmlns:a16="http://schemas.microsoft.com/office/drawing/2014/main" id="{0E3F1DBA-7B40-4BB1-BE7A-898734ABEFBE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9BF71DE4-A267-4A98-993D-499D040DF0E9}"/>
                </a:ext>
              </a:extLst>
            </p:cNvPr>
            <p:cNvSpPr/>
            <p:nvPr/>
          </p:nvSpPr>
          <p:spPr>
            <a:xfrm>
              <a:off x="4717836" y="2099503"/>
              <a:ext cx="37370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zh-CN" altLang="en-US" sz="2800" b="1" kern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拟开展研究工作</a:t>
              </a: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71E0B2E1-F073-4F1E-8E6E-6D4DEF09ABEA}"/>
              </a:ext>
            </a:extLst>
          </p:cNvPr>
          <p:cNvGrpSpPr/>
          <p:nvPr userDrawn="1"/>
        </p:nvGrpSpPr>
        <p:grpSpPr>
          <a:xfrm>
            <a:off x="4423118" y="4438265"/>
            <a:ext cx="5794638" cy="637875"/>
            <a:chOff x="3961965" y="2042178"/>
            <a:chExt cx="4611738" cy="637875"/>
          </a:xfrm>
        </p:grpSpPr>
        <p:grpSp>
          <p:nvGrpSpPr>
            <p:cNvPr id="110" name="Group 63">
              <a:extLst>
                <a:ext uri="{FF2B5EF4-FFF2-40B4-BE49-F238E27FC236}">
                  <a16:creationId xmlns:a16="http://schemas.microsoft.com/office/drawing/2014/main" id="{079B03B4-6742-4C7C-BA1E-2B0A422DA2CB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12" name="Rectangle: Rounded Corners 186">
                <a:extLst>
                  <a:ext uri="{FF2B5EF4-FFF2-40B4-BE49-F238E27FC236}">
                    <a16:creationId xmlns:a16="http://schemas.microsoft.com/office/drawing/2014/main" id="{2E2D3ECE-3E34-465C-B985-8EE7B88830E6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13" name="Group 286">
                <a:extLst>
                  <a:ext uri="{FF2B5EF4-FFF2-40B4-BE49-F238E27FC236}">
                    <a16:creationId xmlns:a16="http://schemas.microsoft.com/office/drawing/2014/main" id="{C4F8DD36-DEFE-4C15-870F-52BA6C5C5E5A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15" name="Rectangle: Rounded Corners 192">
                  <a:extLst>
                    <a:ext uri="{FF2B5EF4-FFF2-40B4-BE49-F238E27FC236}">
                      <a16:creationId xmlns:a16="http://schemas.microsoft.com/office/drawing/2014/main" id="{796C666F-0787-4BE7-AA97-4BB714281CD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16" name="Rectangle: Top Corners Rounded 193">
                  <a:extLst>
                    <a:ext uri="{FF2B5EF4-FFF2-40B4-BE49-F238E27FC236}">
                      <a16:creationId xmlns:a16="http://schemas.microsoft.com/office/drawing/2014/main" id="{30C14A2E-B58B-46DA-B5AC-54D0F6650C7F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14" name="TextBox 262">
                <a:extLst>
                  <a:ext uri="{FF2B5EF4-FFF2-40B4-BE49-F238E27FC236}">
                    <a16:creationId xmlns:a16="http://schemas.microsoft.com/office/drawing/2014/main" id="{48EE1A7D-04EB-40F8-832F-D390971256C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11" name="Rectangle: Top Corners Rounded 232">
              <a:extLst>
                <a:ext uri="{FF2B5EF4-FFF2-40B4-BE49-F238E27FC236}">
                  <a16:creationId xmlns:a16="http://schemas.microsoft.com/office/drawing/2014/main" id="{692B5E05-BC4A-4CAF-9EA9-7928E3C6CB0E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sp>
        <p:nvSpPr>
          <p:cNvPr id="117" name="矩形 116">
            <a:extLst>
              <a:ext uri="{FF2B5EF4-FFF2-40B4-BE49-F238E27FC236}">
                <a16:creationId xmlns:a16="http://schemas.microsoft.com/office/drawing/2014/main" id="{B0BD78F6-B893-4ACD-B0C2-3410B617F3C2}"/>
              </a:ext>
            </a:extLst>
          </p:cNvPr>
          <p:cNvSpPr/>
          <p:nvPr userDrawn="1"/>
        </p:nvSpPr>
        <p:spPr>
          <a:xfrm>
            <a:off x="100800" y="79200"/>
            <a:ext cx="1760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汇报提纲</a:t>
            </a:r>
          </a:p>
        </p:txBody>
      </p:sp>
      <p:sp>
        <p:nvSpPr>
          <p:cNvPr id="118" name="Slide Number Placeholder 5">
            <a:extLst>
              <a:ext uri="{FF2B5EF4-FFF2-40B4-BE49-F238E27FC236}">
                <a16:creationId xmlns:a16="http://schemas.microsoft.com/office/drawing/2014/main" id="{8C156CEB-E6EB-4B38-A187-DA807FE70D6D}"/>
              </a:ext>
            </a:extLst>
          </p:cNvPr>
          <p:cNvSpPr txBox="1">
            <a:spLocks/>
          </p:cNvSpPr>
          <p:nvPr userDrawn="1"/>
        </p:nvSpPr>
        <p:spPr>
          <a:xfrm>
            <a:off x="11642726" y="6604000"/>
            <a:ext cx="425450" cy="25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C17AE339-2240-4DBB-A29E-9F3E437FF18D}"/>
              </a:ext>
            </a:extLst>
          </p:cNvPr>
          <p:cNvGrpSpPr/>
          <p:nvPr userDrawn="1"/>
        </p:nvGrpSpPr>
        <p:grpSpPr>
          <a:xfrm>
            <a:off x="4430075" y="5573540"/>
            <a:ext cx="5780725" cy="637875"/>
            <a:chOff x="3961965" y="2042178"/>
            <a:chExt cx="4611738" cy="637875"/>
          </a:xfrm>
        </p:grpSpPr>
        <p:grpSp>
          <p:nvGrpSpPr>
            <p:cNvPr id="120" name="Group 63">
              <a:extLst>
                <a:ext uri="{FF2B5EF4-FFF2-40B4-BE49-F238E27FC236}">
                  <a16:creationId xmlns:a16="http://schemas.microsoft.com/office/drawing/2014/main" id="{362BE3D0-FFEA-4553-8CE6-BD863BA5E414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23" name="Rectangle: Rounded Corners 186">
                <a:extLst>
                  <a:ext uri="{FF2B5EF4-FFF2-40B4-BE49-F238E27FC236}">
                    <a16:creationId xmlns:a16="http://schemas.microsoft.com/office/drawing/2014/main" id="{5AC07454-78DF-4AB6-8D8D-069E6986EE6D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24" name="Group 286">
                <a:extLst>
                  <a:ext uri="{FF2B5EF4-FFF2-40B4-BE49-F238E27FC236}">
                    <a16:creationId xmlns:a16="http://schemas.microsoft.com/office/drawing/2014/main" id="{EFDA1A89-4878-4981-8127-D29CEF2394A7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26" name="Rectangle: Rounded Corners 192">
                  <a:extLst>
                    <a:ext uri="{FF2B5EF4-FFF2-40B4-BE49-F238E27FC236}">
                      <a16:creationId xmlns:a16="http://schemas.microsoft.com/office/drawing/2014/main" id="{618DBFBF-5613-4605-AEE0-C0F4A1F4C4D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27" name="Rectangle: Top Corners Rounded 193">
                  <a:extLst>
                    <a:ext uri="{FF2B5EF4-FFF2-40B4-BE49-F238E27FC236}">
                      <a16:creationId xmlns:a16="http://schemas.microsoft.com/office/drawing/2014/main" id="{6E957ACB-FBDC-4554-B028-1B8436A0D9FA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25" name="TextBox 262">
                <a:extLst>
                  <a:ext uri="{FF2B5EF4-FFF2-40B4-BE49-F238E27FC236}">
                    <a16:creationId xmlns:a16="http://schemas.microsoft.com/office/drawing/2014/main" id="{7E5CCB0B-BD04-40FB-A0C0-D29A6407986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21" name="Rectangle: Top Corners Rounded 232">
              <a:extLst>
                <a:ext uri="{FF2B5EF4-FFF2-40B4-BE49-F238E27FC236}">
                  <a16:creationId xmlns:a16="http://schemas.microsoft.com/office/drawing/2014/main" id="{6808E4CE-A2E7-4055-9ED7-9D4C9F8B7579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F8580D15-E16A-44B1-A232-185928A97CBD}"/>
                </a:ext>
              </a:extLst>
            </p:cNvPr>
            <p:cNvSpPr/>
            <p:nvPr/>
          </p:nvSpPr>
          <p:spPr>
            <a:xfrm>
              <a:off x="4717836" y="2099503"/>
              <a:ext cx="37370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zh-CN" altLang="en-US" sz="2800" b="1" kern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拟开展研究工作</a:t>
              </a: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5D3C1827-ECF3-47C1-9AFF-84053A976763}"/>
              </a:ext>
            </a:extLst>
          </p:cNvPr>
          <p:cNvGrpSpPr/>
          <p:nvPr userDrawn="1"/>
        </p:nvGrpSpPr>
        <p:grpSpPr>
          <a:xfrm>
            <a:off x="4423118" y="5571376"/>
            <a:ext cx="5794638" cy="637875"/>
            <a:chOff x="3961965" y="2042178"/>
            <a:chExt cx="4611738" cy="637875"/>
          </a:xfrm>
        </p:grpSpPr>
        <p:grpSp>
          <p:nvGrpSpPr>
            <p:cNvPr id="129" name="Group 63">
              <a:extLst>
                <a:ext uri="{FF2B5EF4-FFF2-40B4-BE49-F238E27FC236}">
                  <a16:creationId xmlns:a16="http://schemas.microsoft.com/office/drawing/2014/main" id="{C416E7A4-BB12-4B1B-A605-A180C92DB00E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31" name="Rectangle: Rounded Corners 186">
                <a:extLst>
                  <a:ext uri="{FF2B5EF4-FFF2-40B4-BE49-F238E27FC236}">
                    <a16:creationId xmlns:a16="http://schemas.microsoft.com/office/drawing/2014/main" id="{2174E473-581C-4B55-B86A-4F5EB4121114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32" name="Group 286">
                <a:extLst>
                  <a:ext uri="{FF2B5EF4-FFF2-40B4-BE49-F238E27FC236}">
                    <a16:creationId xmlns:a16="http://schemas.microsoft.com/office/drawing/2014/main" id="{7DBB853C-4D40-4BDF-8C9B-A929F35BA901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34" name="Rectangle: Rounded Corners 192">
                  <a:extLst>
                    <a:ext uri="{FF2B5EF4-FFF2-40B4-BE49-F238E27FC236}">
                      <a16:creationId xmlns:a16="http://schemas.microsoft.com/office/drawing/2014/main" id="{562945CB-EF61-48FC-8456-E38DE41AAE38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35" name="Rectangle: Top Corners Rounded 193">
                  <a:extLst>
                    <a:ext uri="{FF2B5EF4-FFF2-40B4-BE49-F238E27FC236}">
                      <a16:creationId xmlns:a16="http://schemas.microsoft.com/office/drawing/2014/main" id="{E8D4CC2D-BF75-4E5A-A096-CCBA75E5A658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33" name="TextBox 262">
                <a:extLst>
                  <a:ext uri="{FF2B5EF4-FFF2-40B4-BE49-F238E27FC236}">
                    <a16:creationId xmlns:a16="http://schemas.microsoft.com/office/drawing/2014/main" id="{E9BF9897-BA49-43B5-8FF0-73B788B02AE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</a:p>
            </p:txBody>
          </p:sp>
        </p:grpSp>
        <p:sp>
          <p:nvSpPr>
            <p:cNvPr id="130" name="Rectangle: Top Corners Rounded 232">
              <a:extLst>
                <a:ext uri="{FF2B5EF4-FFF2-40B4-BE49-F238E27FC236}">
                  <a16:creationId xmlns:a16="http://schemas.microsoft.com/office/drawing/2014/main" id="{D59C7FAF-C5AA-4C95-8D0B-75C8AAE8381B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sp>
        <p:nvSpPr>
          <p:cNvPr id="136" name="矩形 135">
            <a:extLst>
              <a:ext uri="{FF2B5EF4-FFF2-40B4-BE49-F238E27FC236}">
                <a16:creationId xmlns:a16="http://schemas.microsoft.com/office/drawing/2014/main" id="{C2E7720D-FBE5-41B8-BF62-032D8E058BBB}"/>
              </a:ext>
            </a:extLst>
          </p:cNvPr>
          <p:cNvSpPr/>
          <p:nvPr userDrawn="1"/>
        </p:nvSpPr>
        <p:spPr>
          <a:xfrm>
            <a:off x="2086160" y="1038934"/>
            <a:ext cx="942974" cy="5170313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报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录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6AA316C-C8A0-4A0F-913A-3592642D9B08}"/>
              </a:ext>
            </a:extLst>
          </p:cNvPr>
          <p:cNvSpPr/>
          <p:nvPr userDrawn="1"/>
        </p:nvSpPr>
        <p:spPr>
          <a:xfrm>
            <a:off x="0" y="6800850"/>
            <a:ext cx="12192000" cy="6553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8" name="任意多边形: 形状 23">
            <a:extLst>
              <a:ext uri="{FF2B5EF4-FFF2-40B4-BE49-F238E27FC236}">
                <a16:creationId xmlns:a16="http://schemas.microsoft.com/office/drawing/2014/main" id="{160D5A2B-2AA0-4E8F-A29E-BB56CA21D4A9}"/>
              </a:ext>
            </a:extLst>
          </p:cNvPr>
          <p:cNvSpPr/>
          <p:nvPr userDrawn="1"/>
        </p:nvSpPr>
        <p:spPr>
          <a:xfrm>
            <a:off x="9877900" y="0"/>
            <a:ext cx="2308859" cy="297764"/>
          </a:xfrm>
          <a:custGeom>
            <a:avLst/>
            <a:gdLst>
              <a:gd name="connsiteX0" fmla="*/ 161290 w 4652382"/>
              <a:gd name="connsiteY0" fmla="*/ 0 h 331531"/>
              <a:gd name="connsiteX1" fmla="*/ 4652382 w 4652382"/>
              <a:gd name="connsiteY1" fmla="*/ 0 h 331531"/>
              <a:gd name="connsiteX2" fmla="*/ 4652382 w 4652382"/>
              <a:gd name="connsiteY2" fmla="*/ 331531 h 331531"/>
              <a:gd name="connsiteX3" fmla="*/ 0 w 4652382"/>
              <a:gd name="connsiteY3" fmla="*/ 331531 h 33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2382" h="331531">
                <a:moveTo>
                  <a:pt x="161290" y="0"/>
                </a:moveTo>
                <a:lnTo>
                  <a:pt x="4652382" y="0"/>
                </a:lnTo>
                <a:lnTo>
                  <a:pt x="4652382" y="331531"/>
                </a:lnTo>
                <a:lnTo>
                  <a:pt x="0" y="331531"/>
                </a:lnTo>
                <a:close/>
              </a:path>
            </a:pathLst>
          </a:custGeom>
          <a:solidFill>
            <a:srgbClr val="3E4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9" name="任意多边形: 形状 24">
            <a:extLst>
              <a:ext uri="{FF2B5EF4-FFF2-40B4-BE49-F238E27FC236}">
                <a16:creationId xmlns:a16="http://schemas.microsoft.com/office/drawing/2014/main" id="{E18C0016-19AF-4AEF-9C75-D60F1CFBDA53}"/>
              </a:ext>
            </a:extLst>
          </p:cNvPr>
          <p:cNvSpPr/>
          <p:nvPr userDrawn="1"/>
        </p:nvSpPr>
        <p:spPr>
          <a:xfrm>
            <a:off x="10945667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0" name="任意多边形: 形状 25">
            <a:extLst>
              <a:ext uri="{FF2B5EF4-FFF2-40B4-BE49-F238E27FC236}">
                <a16:creationId xmlns:a16="http://schemas.microsoft.com/office/drawing/2014/main" id="{54510AE1-72B7-473C-8878-F091496BFD68}"/>
              </a:ext>
            </a:extLst>
          </p:cNvPr>
          <p:cNvSpPr/>
          <p:nvPr userDrawn="1"/>
        </p:nvSpPr>
        <p:spPr>
          <a:xfrm>
            <a:off x="10545223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1" name="任意多边形: 形状 28">
            <a:extLst>
              <a:ext uri="{FF2B5EF4-FFF2-40B4-BE49-F238E27FC236}">
                <a16:creationId xmlns:a16="http://schemas.microsoft.com/office/drawing/2014/main" id="{36BB3429-4901-49E6-B67C-E1980F4DB409}"/>
              </a:ext>
            </a:extLst>
          </p:cNvPr>
          <p:cNvSpPr/>
          <p:nvPr userDrawn="1"/>
        </p:nvSpPr>
        <p:spPr>
          <a:xfrm>
            <a:off x="11346110" y="0"/>
            <a:ext cx="840650" cy="681036"/>
          </a:xfrm>
          <a:custGeom>
            <a:avLst/>
            <a:gdLst>
              <a:gd name="connsiteX0" fmla="*/ 368896 w 935980"/>
              <a:gd name="connsiteY0" fmla="*/ 0 h 758266"/>
              <a:gd name="connsiteX1" fmla="*/ 935980 w 935980"/>
              <a:gd name="connsiteY1" fmla="*/ 0 h 758266"/>
              <a:gd name="connsiteX2" fmla="*/ 935980 w 935980"/>
              <a:gd name="connsiteY2" fmla="*/ 758266 h 758266"/>
              <a:gd name="connsiteX3" fmla="*/ 0 w 935980"/>
              <a:gd name="connsiteY3" fmla="*/ 758266 h 75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5980" h="758266">
                <a:moveTo>
                  <a:pt x="368896" y="0"/>
                </a:moveTo>
                <a:lnTo>
                  <a:pt x="935980" y="0"/>
                </a:lnTo>
                <a:lnTo>
                  <a:pt x="935980" y="758266"/>
                </a:lnTo>
                <a:lnTo>
                  <a:pt x="0" y="758266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14D76357-0192-4EB0-88B5-FC902FEDE5B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62564"/>
            <a:ext cx="10412285" cy="1847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>
            <a:extLst>
              <a:ext uri="{FF2B5EF4-FFF2-40B4-BE49-F238E27FC236}">
                <a16:creationId xmlns:a16="http://schemas.microsoft.com/office/drawing/2014/main" id="{65B24FF6-F57A-4A79-9F59-6FCC28AF47C6}"/>
              </a:ext>
            </a:extLst>
          </p:cNvPr>
          <p:cNvSpPr/>
          <p:nvPr userDrawn="1"/>
        </p:nvSpPr>
        <p:spPr>
          <a:xfrm>
            <a:off x="11642725" y="6610525"/>
            <a:ext cx="428624" cy="20112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780A9867-4515-4612-8C47-3D4D56A5F443}"/>
              </a:ext>
            </a:extLst>
          </p:cNvPr>
          <p:cNvSpPr txBox="1"/>
          <p:nvPr userDrawn="1"/>
        </p:nvSpPr>
        <p:spPr>
          <a:xfrm>
            <a:off x="11660509" y="6563548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6BF1BBFE-AE29-434B-8858-4B0962739355}" type="slidenum">
              <a:rPr lang="zh-CN" alt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04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E30F9353-CB3F-40E0-BB23-2412C42DA947}"/>
              </a:ext>
            </a:extLst>
          </p:cNvPr>
          <p:cNvGrpSpPr/>
          <p:nvPr userDrawn="1"/>
        </p:nvGrpSpPr>
        <p:grpSpPr>
          <a:xfrm>
            <a:off x="4430075" y="1038934"/>
            <a:ext cx="5780725" cy="637875"/>
            <a:chOff x="3961965" y="2042178"/>
            <a:chExt cx="4611738" cy="637875"/>
          </a:xfrm>
        </p:grpSpPr>
        <p:grpSp>
          <p:nvGrpSpPr>
            <p:cNvPr id="77" name="Group 63">
              <a:extLst>
                <a:ext uri="{FF2B5EF4-FFF2-40B4-BE49-F238E27FC236}">
                  <a16:creationId xmlns:a16="http://schemas.microsoft.com/office/drawing/2014/main" id="{A571DEF5-346C-49C8-8C96-A0561F27D4BB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79" name="Rectangle: Rounded Corners 186">
                <a:extLst>
                  <a:ext uri="{FF2B5EF4-FFF2-40B4-BE49-F238E27FC236}">
                    <a16:creationId xmlns:a16="http://schemas.microsoft.com/office/drawing/2014/main" id="{007FC56B-EC97-4D4C-9C6E-E1C1682F1E91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B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80" name="Group 286">
                <a:extLst>
                  <a:ext uri="{FF2B5EF4-FFF2-40B4-BE49-F238E27FC236}">
                    <a16:creationId xmlns:a16="http://schemas.microsoft.com/office/drawing/2014/main" id="{8D782672-60D1-43F6-BD95-F8E91A518F3D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82" name="Rectangle: Rounded Corners 192">
                  <a:extLst>
                    <a:ext uri="{FF2B5EF4-FFF2-40B4-BE49-F238E27FC236}">
                      <a16:creationId xmlns:a16="http://schemas.microsoft.com/office/drawing/2014/main" id="{C71B3A08-C3E8-45B4-9528-1189E04A7387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83" name="Rectangle: Top Corners Rounded 193">
                  <a:extLst>
                    <a:ext uri="{FF2B5EF4-FFF2-40B4-BE49-F238E27FC236}">
                      <a16:creationId xmlns:a16="http://schemas.microsoft.com/office/drawing/2014/main" id="{EBB2A07D-D614-4E18-B8E4-189AD0643A04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81" name="TextBox 262">
                <a:extLst>
                  <a:ext uri="{FF2B5EF4-FFF2-40B4-BE49-F238E27FC236}">
                    <a16:creationId xmlns:a16="http://schemas.microsoft.com/office/drawing/2014/main" id="{DEFCDDEF-DC8F-4439-A680-4B08FB17690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sp>
          <p:nvSpPr>
            <p:cNvPr id="78" name="Rectangle: Top Corners Rounded 232">
              <a:extLst>
                <a:ext uri="{FF2B5EF4-FFF2-40B4-BE49-F238E27FC236}">
                  <a16:creationId xmlns:a16="http://schemas.microsoft.com/office/drawing/2014/main" id="{38C3C761-F5BE-45BB-91DB-A3E9D42F1E48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F820F8A-A9D8-4D9F-9814-584F3335D1D7}"/>
              </a:ext>
            </a:extLst>
          </p:cNvPr>
          <p:cNvGrpSpPr/>
          <p:nvPr userDrawn="1"/>
        </p:nvGrpSpPr>
        <p:grpSpPr>
          <a:xfrm>
            <a:off x="4430075" y="2172044"/>
            <a:ext cx="5780725" cy="637875"/>
            <a:chOff x="3961965" y="2042178"/>
            <a:chExt cx="4611738" cy="637875"/>
          </a:xfrm>
        </p:grpSpPr>
        <p:grpSp>
          <p:nvGrpSpPr>
            <p:cNvPr id="85" name="Group 63">
              <a:extLst>
                <a:ext uri="{FF2B5EF4-FFF2-40B4-BE49-F238E27FC236}">
                  <a16:creationId xmlns:a16="http://schemas.microsoft.com/office/drawing/2014/main" id="{81DF12FA-D963-4F84-BFB8-83FF5C9244F2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87" name="Rectangle: Rounded Corners 186">
                <a:extLst>
                  <a:ext uri="{FF2B5EF4-FFF2-40B4-BE49-F238E27FC236}">
                    <a16:creationId xmlns:a16="http://schemas.microsoft.com/office/drawing/2014/main" id="{32E8E657-42AC-4314-8FBF-32F2FAB8D57A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B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88" name="Group 286">
                <a:extLst>
                  <a:ext uri="{FF2B5EF4-FFF2-40B4-BE49-F238E27FC236}">
                    <a16:creationId xmlns:a16="http://schemas.microsoft.com/office/drawing/2014/main" id="{0E21D9F4-D528-4637-98E5-C33F47B9B97B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90" name="Rectangle: Rounded Corners 192">
                  <a:extLst>
                    <a:ext uri="{FF2B5EF4-FFF2-40B4-BE49-F238E27FC236}">
                      <a16:creationId xmlns:a16="http://schemas.microsoft.com/office/drawing/2014/main" id="{B093ADED-1BF5-459C-BD3A-3BFB5B9483A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91" name="Rectangle: Top Corners Rounded 193">
                  <a:extLst>
                    <a:ext uri="{FF2B5EF4-FFF2-40B4-BE49-F238E27FC236}">
                      <a16:creationId xmlns:a16="http://schemas.microsoft.com/office/drawing/2014/main" id="{C9D6B4FD-E804-465C-AE7A-8E6B72D19B1E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89" name="TextBox 262">
                <a:extLst>
                  <a:ext uri="{FF2B5EF4-FFF2-40B4-BE49-F238E27FC236}">
                    <a16:creationId xmlns:a16="http://schemas.microsoft.com/office/drawing/2014/main" id="{79996087-2CDB-4466-BBD9-60B84E9204F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sp>
          <p:nvSpPr>
            <p:cNvPr id="86" name="Rectangle: Top Corners Rounded 232">
              <a:extLst>
                <a:ext uri="{FF2B5EF4-FFF2-40B4-BE49-F238E27FC236}">
                  <a16:creationId xmlns:a16="http://schemas.microsoft.com/office/drawing/2014/main" id="{02F58D63-02A1-4C12-887C-81677EACA361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4761E3B7-80E3-44E6-B579-E8CC7AF34371}"/>
              </a:ext>
            </a:extLst>
          </p:cNvPr>
          <p:cNvGrpSpPr/>
          <p:nvPr userDrawn="1"/>
        </p:nvGrpSpPr>
        <p:grpSpPr>
          <a:xfrm>
            <a:off x="4430075" y="3305154"/>
            <a:ext cx="5780725" cy="637875"/>
            <a:chOff x="4430075" y="3307320"/>
            <a:chExt cx="5780725" cy="637875"/>
          </a:xfrm>
        </p:grpSpPr>
        <p:grpSp>
          <p:nvGrpSpPr>
            <p:cNvPr id="93" name="Group 63">
              <a:extLst>
                <a:ext uri="{FF2B5EF4-FFF2-40B4-BE49-F238E27FC236}">
                  <a16:creationId xmlns:a16="http://schemas.microsoft.com/office/drawing/2014/main" id="{9C88E2B1-6F20-456B-B44E-7336EB1BAE8A}"/>
                </a:ext>
              </a:extLst>
            </p:cNvPr>
            <p:cNvGrpSpPr/>
            <p:nvPr/>
          </p:nvGrpSpPr>
          <p:grpSpPr>
            <a:xfrm>
              <a:off x="4430075" y="3307323"/>
              <a:ext cx="5728235" cy="637872"/>
              <a:chOff x="5595957" y="1888529"/>
              <a:chExt cx="5395548" cy="753124"/>
            </a:xfrm>
          </p:grpSpPr>
          <p:sp>
            <p:nvSpPr>
              <p:cNvPr id="95" name="Rectangle: Rounded Corners 186">
                <a:extLst>
                  <a:ext uri="{FF2B5EF4-FFF2-40B4-BE49-F238E27FC236}">
                    <a16:creationId xmlns:a16="http://schemas.microsoft.com/office/drawing/2014/main" id="{863062E8-5914-419B-80B5-61238AD3F248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B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96" name="Group 286">
                <a:extLst>
                  <a:ext uri="{FF2B5EF4-FFF2-40B4-BE49-F238E27FC236}">
                    <a16:creationId xmlns:a16="http://schemas.microsoft.com/office/drawing/2014/main" id="{887E8241-6EE9-47A2-8033-66C13DE16133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98" name="Rectangle: Rounded Corners 192">
                  <a:extLst>
                    <a:ext uri="{FF2B5EF4-FFF2-40B4-BE49-F238E27FC236}">
                      <a16:creationId xmlns:a16="http://schemas.microsoft.com/office/drawing/2014/main" id="{32D2BCA7-2CB3-43D5-9360-39CA3BBFDCFD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99" name="Rectangle: Top Corners Rounded 193">
                  <a:extLst>
                    <a:ext uri="{FF2B5EF4-FFF2-40B4-BE49-F238E27FC236}">
                      <a16:creationId xmlns:a16="http://schemas.microsoft.com/office/drawing/2014/main" id="{63127E13-27B8-4C1C-B9ED-6752AFD230D2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97" name="TextBox 262">
                <a:extLst>
                  <a:ext uri="{FF2B5EF4-FFF2-40B4-BE49-F238E27FC236}">
                    <a16:creationId xmlns:a16="http://schemas.microsoft.com/office/drawing/2014/main" id="{590AB213-21BA-4EB7-90CE-CDD9E34C551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  <p:sp>
          <p:nvSpPr>
            <p:cNvPr id="94" name="Rectangle: Top Corners Rounded 232">
              <a:extLst>
                <a:ext uri="{FF2B5EF4-FFF2-40B4-BE49-F238E27FC236}">
                  <a16:creationId xmlns:a16="http://schemas.microsoft.com/office/drawing/2014/main" id="{B4882F1C-F7DB-4F86-97FD-D61AD810A8CC}"/>
                </a:ext>
              </a:extLst>
            </p:cNvPr>
            <p:cNvSpPr/>
            <p:nvPr/>
          </p:nvSpPr>
          <p:spPr>
            <a:xfrm rot="16200000">
              <a:off x="9867595" y="3601986"/>
              <a:ext cx="637871" cy="4853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E30FF7B-4957-419E-8666-8771492EE813}"/>
              </a:ext>
            </a:extLst>
          </p:cNvPr>
          <p:cNvGrpSpPr/>
          <p:nvPr userDrawn="1"/>
        </p:nvGrpSpPr>
        <p:grpSpPr>
          <a:xfrm>
            <a:off x="4430075" y="4441514"/>
            <a:ext cx="5780725" cy="637875"/>
            <a:chOff x="3961965" y="2042178"/>
            <a:chExt cx="4611738" cy="637875"/>
          </a:xfrm>
        </p:grpSpPr>
        <p:grpSp>
          <p:nvGrpSpPr>
            <p:cNvPr id="101" name="Group 63">
              <a:extLst>
                <a:ext uri="{FF2B5EF4-FFF2-40B4-BE49-F238E27FC236}">
                  <a16:creationId xmlns:a16="http://schemas.microsoft.com/office/drawing/2014/main" id="{6D37E13C-5689-4933-9BD4-52F7CB7E0BDA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04" name="Rectangle: Rounded Corners 186">
                <a:extLst>
                  <a:ext uri="{FF2B5EF4-FFF2-40B4-BE49-F238E27FC236}">
                    <a16:creationId xmlns:a16="http://schemas.microsoft.com/office/drawing/2014/main" id="{61693D21-0997-41A4-A88A-99DB23334685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05" name="Group 286">
                <a:extLst>
                  <a:ext uri="{FF2B5EF4-FFF2-40B4-BE49-F238E27FC236}">
                    <a16:creationId xmlns:a16="http://schemas.microsoft.com/office/drawing/2014/main" id="{E889E4CE-03E7-47DC-80B8-375F6B481A7F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07" name="Rectangle: Rounded Corners 192">
                  <a:extLst>
                    <a:ext uri="{FF2B5EF4-FFF2-40B4-BE49-F238E27FC236}">
                      <a16:creationId xmlns:a16="http://schemas.microsoft.com/office/drawing/2014/main" id="{4C0A78BD-05A0-4831-8172-830B64125CD2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08" name="Rectangle: Top Corners Rounded 193">
                  <a:extLst>
                    <a:ext uri="{FF2B5EF4-FFF2-40B4-BE49-F238E27FC236}">
                      <a16:creationId xmlns:a16="http://schemas.microsoft.com/office/drawing/2014/main" id="{F2940DA2-3908-4B8E-B4B0-54E7B9A904FB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06" name="TextBox 262">
                <a:extLst>
                  <a:ext uri="{FF2B5EF4-FFF2-40B4-BE49-F238E27FC236}">
                    <a16:creationId xmlns:a16="http://schemas.microsoft.com/office/drawing/2014/main" id="{2D2F805F-97B0-43E0-907D-4EDA2CA8707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02" name="Rectangle: Top Corners Rounded 232">
              <a:extLst>
                <a:ext uri="{FF2B5EF4-FFF2-40B4-BE49-F238E27FC236}">
                  <a16:creationId xmlns:a16="http://schemas.microsoft.com/office/drawing/2014/main" id="{0E3F1DBA-7B40-4BB1-BE7A-898734ABEFBE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9BF71DE4-A267-4A98-993D-499D040DF0E9}"/>
                </a:ext>
              </a:extLst>
            </p:cNvPr>
            <p:cNvSpPr/>
            <p:nvPr/>
          </p:nvSpPr>
          <p:spPr>
            <a:xfrm>
              <a:off x="4717836" y="2099503"/>
              <a:ext cx="37370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zh-CN" altLang="en-US" sz="2800" b="1" kern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拟开展研究工作</a:t>
              </a: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71E0B2E1-F073-4F1E-8E6E-6D4DEF09ABEA}"/>
              </a:ext>
            </a:extLst>
          </p:cNvPr>
          <p:cNvGrpSpPr/>
          <p:nvPr userDrawn="1"/>
        </p:nvGrpSpPr>
        <p:grpSpPr>
          <a:xfrm>
            <a:off x="4423118" y="4438265"/>
            <a:ext cx="5794638" cy="637875"/>
            <a:chOff x="3961965" y="2042178"/>
            <a:chExt cx="4611738" cy="637875"/>
          </a:xfrm>
        </p:grpSpPr>
        <p:grpSp>
          <p:nvGrpSpPr>
            <p:cNvPr id="110" name="Group 63">
              <a:extLst>
                <a:ext uri="{FF2B5EF4-FFF2-40B4-BE49-F238E27FC236}">
                  <a16:creationId xmlns:a16="http://schemas.microsoft.com/office/drawing/2014/main" id="{079B03B4-6742-4C7C-BA1E-2B0A422DA2CB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12" name="Rectangle: Rounded Corners 186">
                <a:extLst>
                  <a:ext uri="{FF2B5EF4-FFF2-40B4-BE49-F238E27FC236}">
                    <a16:creationId xmlns:a16="http://schemas.microsoft.com/office/drawing/2014/main" id="{2E2D3ECE-3E34-465C-B985-8EE7B88830E6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B2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13" name="Group 286">
                <a:extLst>
                  <a:ext uri="{FF2B5EF4-FFF2-40B4-BE49-F238E27FC236}">
                    <a16:creationId xmlns:a16="http://schemas.microsoft.com/office/drawing/2014/main" id="{C4F8DD36-DEFE-4C15-870F-52BA6C5C5E5A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15" name="Rectangle: Rounded Corners 192">
                  <a:extLst>
                    <a:ext uri="{FF2B5EF4-FFF2-40B4-BE49-F238E27FC236}">
                      <a16:creationId xmlns:a16="http://schemas.microsoft.com/office/drawing/2014/main" id="{796C666F-0787-4BE7-AA97-4BB714281CD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16" name="Rectangle: Top Corners Rounded 193">
                  <a:extLst>
                    <a:ext uri="{FF2B5EF4-FFF2-40B4-BE49-F238E27FC236}">
                      <a16:creationId xmlns:a16="http://schemas.microsoft.com/office/drawing/2014/main" id="{30C14A2E-B58B-46DA-B5AC-54D0F6650C7F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14" name="TextBox 262">
                <a:extLst>
                  <a:ext uri="{FF2B5EF4-FFF2-40B4-BE49-F238E27FC236}">
                    <a16:creationId xmlns:a16="http://schemas.microsoft.com/office/drawing/2014/main" id="{48EE1A7D-04EB-40F8-832F-D390971256C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11" name="Rectangle: Top Corners Rounded 232">
              <a:extLst>
                <a:ext uri="{FF2B5EF4-FFF2-40B4-BE49-F238E27FC236}">
                  <a16:creationId xmlns:a16="http://schemas.microsoft.com/office/drawing/2014/main" id="{692B5E05-BC4A-4CAF-9EA9-7928E3C6CB0E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2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sp>
        <p:nvSpPr>
          <p:cNvPr id="117" name="矩形 116">
            <a:extLst>
              <a:ext uri="{FF2B5EF4-FFF2-40B4-BE49-F238E27FC236}">
                <a16:creationId xmlns:a16="http://schemas.microsoft.com/office/drawing/2014/main" id="{B0BD78F6-B893-4ACD-B0C2-3410B617F3C2}"/>
              </a:ext>
            </a:extLst>
          </p:cNvPr>
          <p:cNvSpPr/>
          <p:nvPr userDrawn="1"/>
        </p:nvSpPr>
        <p:spPr>
          <a:xfrm>
            <a:off x="100800" y="79200"/>
            <a:ext cx="1760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汇报提纲</a:t>
            </a:r>
          </a:p>
        </p:txBody>
      </p:sp>
      <p:sp>
        <p:nvSpPr>
          <p:cNvPr id="118" name="Slide Number Placeholder 5">
            <a:extLst>
              <a:ext uri="{FF2B5EF4-FFF2-40B4-BE49-F238E27FC236}">
                <a16:creationId xmlns:a16="http://schemas.microsoft.com/office/drawing/2014/main" id="{8C156CEB-E6EB-4B38-A187-DA807FE70D6D}"/>
              </a:ext>
            </a:extLst>
          </p:cNvPr>
          <p:cNvSpPr txBox="1">
            <a:spLocks/>
          </p:cNvSpPr>
          <p:nvPr userDrawn="1"/>
        </p:nvSpPr>
        <p:spPr>
          <a:xfrm>
            <a:off x="11642726" y="6604000"/>
            <a:ext cx="425450" cy="25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C17AE339-2240-4DBB-A29E-9F3E437FF18D}"/>
              </a:ext>
            </a:extLst>
          </p:cNvPr>
          <p:cNvGrpSpPr/>
          <p:nvPr userDrawn="1"/>
        </p:nvGrpSpPr>
        <p:grpSpPr>
          <a:xfrm>
            <a:off x="4430075" y="5573540"/>
            <a:ext cx="5780725" cy="637875"/>
            <a:chOff x="3961965" y="2042178"/>
            <a:chExt cx="4611738" cy="637875"/>
          </a:xfrm>
        </p:grpSpPr>
        <p:grpSp>
          <p:nvGrpSpPr>
            <p:cNvPr id="120" name="Group 63">
              <a:extLst>
                <a:ext uri="{FF2B5EF4-FFF2-40B4-BE49-F238E27FC236}">
                  <a16:creationId xmlns:a16="http://schemas.microsoft.com/office/drawing/2014/main" id="{362BE3D0-FFEA-4553-8CE6-BD863BA5E414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23" name="Rectangle: Rounded Corners 186">
                <a:extLst>
                  <a:ext uri="{FF2B5EF4-FFF2-40B4-BE49-F238E27FC236}">
                    <a16:creationId xmlns:a16="http://schemas.microsoft.com/office/drawing/2014/main" id="{5AC07454-78DF-4AB6-8D8D-069E6986EE6D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24" name="Group 286">
                <a:extLst>
                  <a:ext uri="{FF2B5EF4-FFF2-40B4-BE49-F238E27FC236}">
                    <a16:creationId xmlns:a16="http://schemas.microsoft.com/office/drawing/2014/main" id="{EFDA1A89-4878-4981-8127-D29CEF2394A7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26" name="Rectangle: Rounded Corners 192">
                  <a:extLst>
                    <a:ext uri="{FF2B5EF4-FFF2-40B4-BE49-F238E27FC236}">
                      <a16:creationId xmlns:a16="http://schemas.microsoft.com/office/drawing/2014/main" id="{618DBFBF-5613-4605-AEE0-C0F4A1F4C4D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27" name="Rectangle: Top Corners Rounded 193">
                  <a:extLst>
                    <a:ext uri="{FF2B5EF4-FFF2-40B4-BE49-F238E27FC236}">
                      <a16:creationId xmlns:a16="http://schemas.microsoft.com/office/drawing/2014/main" id="{6E957ACB-FBDC-4554-B028-1B8436A0D9FA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25" name="TextBox 262">
                <a:extLst>
                  <a:ext uri="{FF2B5EF4-FFF2-40B4-BE49-F238E27FC236}">
                    <a16:creationId xmlns:a16="http://schemas.microsoft.com/office/drawing/2014/main" id="{7E5CCB0B-BD04-40FB-A0C0-D29A6407986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21" name="Rectangle: Top Corners Rounded 232">
              <a:extLst>
                <a:ext uri="{FF2B5EF4-FFF2-40B4-BE49-F238E27FC236}">
                  <a16:creationId xmlns:a16="http://schemas.microsoft.com/office/drawing/2014/main" id="{6808E4CE-A2E7-4055-9ED7-9D4C9F8B7579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F8580D15-E16A-44B1-A232-185928A97CBD}"/>
                </a:ext>
              </a:extLst>
            </p:cNvPr>
            <p:cNvSpPr/>
            <p:nvPr/>
          </p:nvSpPr>
          <p:spPr>
            <a:xfrm>
              <a:off x="4717836" y="2099503"/>
              <a:ext cx="37370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zh-CN" altLang="en-US" sz="2800" b="1" kern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拟开展研究工作</a:t>
              </a: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5D3C1827-ECF3-47C1-9AFF-84053A976763}"/>
              </a:ext>
            </a:extLst>
          </p:cNvPr>
          <p:cNvGrpSpPr/>
          <p:nvPr userDrawn="1"/>
        </p:nvGrpSpPr>
        <p:grpSpPr>
          <a:xfrm>
            <a:off x="4423118" y="5571376"/>
            <a:ext cx="5794638" cy="637875"/>
            <a:chOff x="3961965" y="2042178"/>
            <a:chExt cx="4611738" cy="637875"/>
          </a:xfrm>
        </p:grpSpPr>
        <p:grpSp>
          <p:nvGrpSpPr>
            <p:cNvPr id="129" name="Group 63">
              <a:extLst>
                <a:ext uri="{FF2B5EF4-FFF2-40B4-BE49-F238E27FC236}">
                  <a16:creationId xmlns:a16="http://schemas.microsoft.com/office/drawing/2014/main" id="{C416E7A4-BB12-4B1B-A605-A180C92DB00E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31" name="Rectangle: Rounded Corners 186">
                <a:extLst>
                  <a:ext uri="{FF2B5EF4-FFF2-40B4-BE49-F238E27FC236}">
                    <a16:creationId xmlns:a16="http://schemas.microsoft.com/office/drawing/2014/main" id="{2174E473-581C-4B55-B86A-4F5EB4121114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32" name="Group 286">
                <a:extLst>
                  <a:ext uri="{FF2B5EF4-FFF2-40B4-BE49-F238E27FC236}">
                    <a16:creationId xmlns:a16="http://schemas.microsoft.com/office/drawing/2014/main" id="{7DBB853C-4D40-4BDF-8C9B-A929F35BA901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34" name="Rectangle: Rounded Corners 192">
                  <a:extLst>
                    <a:ext uri="{FF2B5EF4-FFF2-40B4-BE49-F238E27FC236}">
                      <a16:creationId xmlns:a16="http://schemas.microsoft.com/office/drawing/2014/main" id="{562945CB-EF61-48FC-8456-E38DE41AAE38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35" name="Rectangle: Top Corners Rounded 193">
                  <a:extLst>
                    <a:ext uri="{FF2B5EF4-FFF2-40B4-BE49-F238E27FC236}">
                      <a16:creationId xmlns:a16="http://schemas.microsoft.com/office/drawing/2014/main" id="{E8D4CC2D-BF75-4E5A-A096-CCBA75E5A658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33" name="TextBox 262">
                <a:extLst>
                  <a:ext uri="{FF2B5EF4-FFF2-40B4-BE49-F238E27FC236}">
                    <a16:creationId xmlns:a16="http://schemas.microsoft.com/office/drawing/2014/main" id="{E9BF9897-BA49-43B5-8FF0-73B788B02AE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</a:p>
            </p:txBody>
          </p:sp>
        </p:grpSp>
        <p:sp>
          <p:nvSpPr>
            <p:cNvPr id="130" name="Rectangle: Top Corners Rounded 232">
              <a:extLst>
                <a:ext uri="{FF2B5EF4-FFF2-40B4-BE49-F238E27FC236}">
                  <a16:creationId xmlns:a16="http://schemas.microsoft.com/office/drawing/2014/main" id="{D59C7FAF-C5AA-4C95-8D0B-75C8AAE8381B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sp>
        <p:nvSpPr>
          <p:cNvPr id="136" name="矩形 135">
            <a:extLst>
              <a:ext uri="{FF2B5EF4-FFF2-40B4-BE49-F238E27FC236}">
                <a16:creationId xmlns:a16="http://schemas.microsoft.com/office/drawing/2014/main" id="{C2E7720D-FBE5-41B8-BF62-032D8E058BBB}"/>
              </a:ext>
            </a:extLst>
          </p:cNvPr>
          <p:cNvSpPr/>
          <p:nvPr userDrawn="1"/>
        </p:nvSpPr>
        <p:spPr>
          <a:xfrm>
            <a:off x="2086160" y="1038934"/>
            <a:ext cx="942974" cy="5170313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报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录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6AA316C-C8A0-4A0F-913A-3592642D9B08}"/>
              </a:ext>
            </a:extLst>
          </p:cNvPr>
          <p:cNvSpPr/>
          <p:nvPr userDrawn="1"/>
        </p:nvSpPr>
        <p:spPr>
          <a:xfrm>
            <a:off x="0" y="6800850"/>
            <a:ext cx="12192000" cy="6553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8" name="任意多边形: 形状 23">
            <a:extLst>
              <a:ext uri="{FF2B5EF4-FFF2-40B4-BE49-F238E27FC236}">
                <a16:creationId xmlns:a16="http://schemas.microsoft.com/office/drawing/2014/main" id="{160D5A2B-2AA0-4E8F-A29E-BB56CA21D4A9}"/>
              </a:ext>
            </a:extLst>
          </p:cNvPr>
          <p:cNvSpPr/>
          <p:nvPr userDrawn="1"/>
        </p:nvSpPr>
        <p:spPr>
          <a:xfrm>
            <a:off x="9877900" y="0"/>
            <a:ext cx="2308859" cy="297764"/>
          </a:xfrm>
          <a:custGeom>
            <a:avLst/>
            <a:gdLst>
              <a:gd name="connsiteX0" fmla="*/ 161290 w 4652382"/>
              <a:gd name="connsiteY0" fmla="*/ 0 h 331531"/>
              <a:gd name="connsiteX1" fmla="*/ 4652382 w 4652382"/>
              <a:gd name="connsiteY1" fmla="*/ 0 h 331531"/>
              <a:gd name="connsiteX2" fmla="*/ 4652382 w 4652382"/>
              <a:gd name="connsiteY2" fmla="*/ 331531 h 331531"/>
              <a:gd name="connsiteX3" fmla="*/ 0 w 4652382"/>
              <a:gd name="connsiteY3" fmla="*/ 331531 h 33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2382" h="331531">
                <a:moveTo>
                  <a:pt x="161290" y="0"/>
                </a:moveTo>
                <a:lnTo>
                  <a:pt x="4652382" y="0"/>
                </a:lnTo>
                <a:lnTo>
                  <a:pt x="4652382" y="331531"/>
                </a:lnTo>
                <a:lnTo>
                  <a:pt x="0" y="331531"/>
                </a:lnTo>
                <a:close/>
              </a:path>
            </a:pathLst>
          </a:custGeom>
          <a:solidFill>
            <a:srgbClr val="3E4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9" name="任意多边形: 形状 24">
            <a:extLst>
              <a:ext uri="{FF2B5EF4-FFF2-40B4-BE49-F238E27FC236}">
                <a16:creationId xmlns:a16="http://schemas.microsoft.com/office/drawing/2014/main" id="{E18C0016-19AF-4AEF-9C75-D60F1CFBDA53}"/>
              </a:ext>
            </a:extLst>
          </p:cNvPr>
          <p:cNvSpPr/>
          <p:nvPr userDrawn="1"/>
        </p:nvSpPr>
        <p:spPr>
          <a:xfrm>
            <a:off x="10945667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0" name="任意多边形: 形状 25">
            <a:extLst>
              <a:ext uri="{FF2B5EF4-FFF2-40B4-BE49-F238E27FC236}">
                <a16:creationId xmlns:a16="http://schemas.microsoft.com/office/drawing/2014/main" id="{54510AE1-72B7-473C-8878-F091496BFD68}"/>
              </a:ext>
            </a:extLst>
          </p:cNvPr>
          <p:cNvSpPr/>
          <p:nvPr userDrawn="1"/>
        </p:nvSpPr>
        <p:spPr>
          <a:xfrm>
            <a:off x="10545223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1" name="任意多边形: 形状 28">
            <a:extLst>
              <a:ext uri="{FF2B5EF4-FFF2-40B4-BE49-F238E27FC236}">
                <a16:creationId xmlns:a16="http://schemas.microsoft.com/office/drawing/2014/main" id="{36BB3429-4901-49E6-B67C-E1980F4DB409}"/>
              </a:ext>
            </a:extLst>
          </p:cNvPr>
          <p:cNvSpPr/>
          <p:nvPr userDrawn="1"/>
        </p:nvSpPr>
        <p:spPr>
          <a:xfrm>
            <a:off x="11346110" y="0"/>
            <a:ext cx="840650" cy="681036"/>
          </a:xfrm>
          <a:custGeom>
            <a:avLst/>
            <a:gdLst>
              <a:gd name="connsiteX0" fmla="*/ 368896 w 935980"/>
              <a:gd name="connsiteY0" fmla="*/ 0 h 758266"/>
              <a:gd name="connsiteX1" fmla="*/ 935980 w 935980"/>
              <a:gd name="connsiteY1" fmla="*/ 0 h 758266"/>
              <a:gd name="connsiteX2" fmla="*/ 935980 w 935980"/>
              <a:gd name="connsiteY2" fmla="*/ 758266 h 758266"/>
              <a:gd name="connsiteX3" fmla="*/ 0 w 935980"/>
              <a:gd name="connsiteY3" fmla="*/ 758266 h 75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5980" h="758266">
                <a:moveTo>
                  <a:pt x="368896" y="0"/>
                </a:moveTo>
                <a:lnTo>
                  <a:pt x="935980" y="0"/>
                </a:lnTo>
                <a:lnTo>
                  <a:pt x="935980" y="758266"/>
                </a:lnTo>
                <a:lnTo>
                  <a:pt x="0" y="758266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14D76357-0192-4EB0-88B5-FC902FEDE5B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62564"/>
            <a:ext cx="10412285" cy="1847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>
            <a:extLst>
              <a:ext uri="{FF2B5EF4-FFF2-40B4-BE49-F238E27FC236}">
                <a16:creationId xmlns:a16="http://schemas.microsoft.com/office/drawing/2014/main" id="{65B24FF6-F57A-4A79-9F59-6FCC28AF47C6}"/>
              </a:ext>
            </a:extLst>
          </p:cNvPr>
          <p:cNvSpPr/>
          <p:nvPr userDrawn="1"/>
        </p:nvSpPr>
        <p:spPr>
          <a:xfrm>
            <a:off x="11642725" y="6610525"/>
            <a:ext cx="428624" cy="20112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780A9867-4515-4612-8C47-3D4D56A5F443}"/>
              </a:ext>
            </a:extLst>
          </p:cNvPr>
          <p:cNvSpPr txBox="1"/>
          <p:nvPr userDrawn="1"/>
        </p:nvSpPr>
        <p:spPr>
          <a:xfrm>
            <a:off x="11660509" y="6563548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6BF1BBFE-AE29-434B-8858-4B0962739355}" type="slidenum">
              <a:rPr lang="zh-CN" alt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10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E30F9353-CB3F-40E0-BB23-2412C42DA947}"/>
              </a:ext>
            </a:extLst>
          </p:cNvPr>
          <p:cNvGrpSpPr/>
          <p:nvPr userDrawn="1"/>
        </p:nvGrpSpPr>
        <p:grpSpPr>
          <a:xfrm>
            <a:off x="4430075" y="1038934"/>
            <a:ext cx="5780725" cy="637875"/>
            <a:chOff x="3961965" y="2042178"/>
            <a:chExt cx="4611738" cy="637875"/>
          </a:xfrm>
        </p:grpSpPr>
        <p:grpSp>
          <p:nvGrpSpPr>
            <p:cNvPr id="77" name="Group 63">
              <a:extLst>
                <a:ext uri="{FF2B5EF4-FFF2-40B4-BE49-F238E27FC236}">
                  <a16:creationId xmlns:a16="http://schemas.microsoft.com/office/drawing/2014/main" id="{A571DEF5-346C-49C8-8C96-A0561F27D4BB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79" name="Rectangle: Rounded Corners 186">
                <a:extLst>
                  <a:ext uri="{FF2B5EF4-FFF2-40B4-BE49-F238E27FC236}">
                    <a16:creationId xmlns:a16="http://schemas.microsoft.com/office/drawing/2014/main" id="{007FC56B-EC97-4D4C-9C6E-E1C1682F1E91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B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80" name="Group 286">
                <a:extLst>
                  <a:ext uri="{FF2B5EF4-FFF2-40B4-BE49-F238E27FC236}">
                    <a16:creationId xmlns:a16="http://schemas.microsoft.com/office/drawing/2014/main" id="{8D782672-60D1-43F6-BD95-F8E91A518F3D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82" name="Rectangle: Rounded Corners 192">
                  <a:extLst>
                    <a:ext uri="{FF2B5EF4-FFF2-40B4-BE49-F238E27FC236}">
                      <a16:creationId xmlns:a16="http://schemas.microsoft.com/office/drawing/2014/main" id="{C71B3A08-C3E8-45B4-9528-1189E04A7387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83" name="Rectangle: Top Corners Rounded 193">
                  <a:extLst>
                    <a:ext uri="{FF2B5EF4-FFF2-40B4-BE49-F238E27FC236}">
                      <a16:creationId xmlns:a16="http://schemas.microsoft.com/office/drawing/2014/main" id="{EBB2A07D-D614-4E18-B8E4-189AD0643A04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81" name="TextBox 262">
                <a:extLst>
                  <a:ext uri="{FF2B5EF4-FFF2-40B4-BE49-F238E27FC236}">
                    <a16:creationId xmlns:a16="http://schemas.microsoft.com/office/drawing/2014/main" id="{DEFCDDEF-DC8F-4439-A680-4B08FB17690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sp>
          <p:nvSpPr>
            <p:cNvPr id="78" name="Rectangle: Top Corners Rounded 232">
              <a:extLst>
                <a:ext uri="{FF2B5EF4-FFF2-40B4-BE49-F238E27FC236}">
                  <a16:creationId xmlns:a16="http://schemas.microsoft.com/office/drawing/2014/main" id="{38C3C761-F5BE-45BB-91DB-A3E9D42F1E48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F820F8A-A9D8-4D9F-9814-584F3335D1D7}"/>
              </a:ext>
            </a:extLst>
          </p:cNvPr>
          <p:cNvGrpSpPr/>
          <p:nvPr userDrawn="1"/>
        </p:nvGrpSpPr>
        <p:grpSpPr>
          <a:xfrm>
            <a:off x="4430075" y="2172044"/>
            <a:ext cx="5780725" cy="637875"/>
            <a:chOff x="3961965" y="2042178"/>
            <a:chExt cx="4611738" cy="637875"/>
          </a:xfrm>
        </p:grpSpPr>
        <p:grpSp>
          <p:nvGrpSpPr>
            <p:cNvPr id="85" name="Group 63">
              <a:extLst>
                <a:ext uri="{FF2B5EF4-FFF2-40B4-BE49-F238E27FC236}">
                  <a16:creationId xmlns:a16="http://schemas.microsoft.com/office/drawing/2014/main" id="{81DF12FA-D963-4F84-BFB8-83FF5C9244F2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87" name="Rectangle: Rounded Corners 186">
                <a:extLst>
                  <a:ext uri="{FF2B5EF4-FFF2-40B4-BE49-F238E27FC236}">
                    <a16:creationId xmlns:a16="http://schemas.microsoft.com/office/drawing/2014/main" id="{32E8E657-42AC-4314-8FBF-32F2FAB8D57A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B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88" name="Group 286">
                <a:extLst>
                  <a:ext uri="{FF2B5EF4-FFF2-40B4-BE49-F238E27FC236}">
                    <a16:creationId xmlns:a16="http://schemas.microsoft.com/office/drawing/2014/main" id="{0E21D9F4-D528-4637-98E5-C33F47B9B97B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90" name="Rectangle: Rounded Corners 192">
                  <a:extLst>
                    <a:ext uri="{FF2B5EF4-FFF2-40B4-BE49-F238E27FC236}">
                      <a16:creationId xmlns:a16="http://schemas.microsoft.com/office/drawing/2014/main" id="{B093ADED-1BF5-459C-BD3A-3BFB5B9483A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91" name="Rectangle: Top Corners Rounded 193">
                  <a:extLst>
                    <a:ext uri="{FF2B5EF4-FFF2-40B4-BE49-F238E27FC236}">
                      <a16:creationId xmlns:a16="http://schemas.microsoft.com/office/drawing/2014/main" id="{C9D6B4FD-E804-465C-AE7A-8E6B72D19B1E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89" name="TextBox 262">
                <a:extLst>
                  <a:ext uri="{FF2B5EF4-FFF2-40B4-BE49-F238E27FC236}">
                    <a16:creationId xmlns:a16="http://schemas.microsoft.com/office/drawing/2014/main" id="{79996087-2CDB-4466-BBD9-60B84E9204F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sp>
          <p:nvSpPr>
            <p:cNvPr id="86" name="Rectangle: Top Corners Rounded 232">
              <a:extLst>
                <a:ext uri="{FF2B5EF4-FFF2-40B4-BE49-F238E27FC236}">
                  <a16:creationId xmlns:a16="http://schemas.microsoft.com/office/drawing/2014/main" id="{02F58D63-02A1-4C12-887C-81677EACA361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4761E3B7-80E3-44E6-B579-E8CC7AF34371}"/>
              </a:ext>
            </a:extLst>
          </p:cNvPr>
          <p:cNvGrpSpPr/>
          <p:nvPr userDrawn="1"/>
        </p:nvGrpSpPr>
        <p:grpSpPr>
          <a:xfrm>
            <a:off x="4430075" y="3305154"/>
            <a:ext cx="5780725" cy="637875"/>
            <a:chOff x="4430075" y="3307320"/>
            <a:chExt cx="5780725" cy="637875"/>
          </a:xfrm>
        </p:grpSpPr>
        <p:grpSp>
          <p:nvGrpSpPr>
            <p:cNvPr id="93" name="Group 63">
              <a:extLst>
                <a:ext uri="{FF2B5EF4-FFF2-40B4-BE49-F238E27FC236}">
                  <a16:creationId xmlns:a16="http://schemas.microsoft.com/office/drawing/2014/main" id="{9C88E2B1-6F20-456B-B44E-7336EB1BAE8A}"/>
                </a:ext>
              </a:extLst>
            </p:cNvPr>
            <p:cNvGrpSpPr/>
            <p:nvPr/>
          </p:nvGrpSpPr>
          <p:grpSpPr>
            <a:xfrm>
              <a:off x="4430075" y="3307323"/>
              <a:ext cx="5728235" cy="637872"/>
              <a:chOff x="5595957" y="1888529"/>
              <a:chExt cx="5395548" cy="753124"/>
            </a:xfrm>
          </p:grpSpPr>
          <p:sp>
            <p:nvSpPr>
              <p:cNvPr id="95" name="Rectangle: Rounded Corners 186">
                <a:extLst>
                  <a:ext uri="{FF2B5EF4-FFF2-40B4-BE49-F238E27FC236}">
                    <a16:creationId xmlns:a16="http://schemas.microsoft.com/office/drawing/2014/main" id="{863062E8-5914-419B-80B5-61238AD3F248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B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96" name="Group 286">
                <a:extLst>
                  <a:ext uri="{FF2B5EF4-FFF2-40B4-BE49-F238E27FC236}">
                    <a16:creationId xmlns:a16="http://schemas.microsoft.com/office/drawing/2014/main" id="{887E8241-6EE9-47A2-8033-66C13DE16133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98" name="Rectangle: Rounded Corners 192">
                  <a:extLst>
                    <a:ext uri="{FF2B5EF4-FFF2-40B4-BE49-F238E27FC236}">
                      <a16:creationId xmlns:a16="http://schemas.microsoft.com/office/drawing/2014/main" id="{32D2BCA7-2CB3-43D5-9360-39CA3BBFDCFD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99" name="Rectangle: Top Corners Rounded 193">
                  <a:extLst>
                    <a:ext uri="{FF2B5EF4-FFF2-40B4-BE49-F238E27FC236}">
                      <a16:creationId xmlns:a16="http://schemas.microsoft.com/office/drawing/2014/main" id="{63127E13-27B8-4C1C-B9ED-6752AFD230D2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97" name="TextBox 262">
                <a:extLst>
                  <a:ext uri="{FF2B5EF4-FFF2-40B4-BE49-F238E27FC236}">
                    <a16:creationId xmlns:a16="http://schemas.microsoft.com/office/drawing/2014/main" id="{590AB213-21BA-4EB7-90CE-CDD9E34C551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  <p:sp>
          <p:nvSpPr>
            <p:cNvPr id="94" name="Rectangle: Top Corners Rounded 232">
              <a:extLst>
                <a:ext uri="{FF2B5EF4-FFF2-40B4-BE49-F238E27FC236}">
                  <a16:creationId xmlns:a16="http://schemas.microsoft.com/office/drawing/2014/main" id="{B4882F1C-F7DB-4F86-97FD-D61AD810A8CC}"/>
                </a:ext>
              </a:extLst>
            </p:cNvPr>
            <p:cNvSpPr/>
            <p:nvPr/>
          </p:nvSpPr>
          <p:spPr>
            <a:xfrm rot="16200000">
              <a:off x="9867595" y="3601986"/>
              <a:ext cx="637871" cy="4853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E30FF7B-4957-419E-8666-8771492EE813}"/>
              </a:ext>
            </a:extLst>
          </p:cNvPr>
          <p:cNvGrpSpPr/>
          <p:nvPr userDrawn="1"/>
        </p:nvGrpSpPr>
        <p:grpSpPr>
          <a:xfrm>
            <a:off x="4430075" y="4441514"/>
            <a:ext cx="5780725" cy="637875"/>
            <a:chOff x="3961965" y="2042178"/>
            <a:chExt cx="4611738" cy="637875"/>
          </a:xfrm>
        </p:grpSpPr>
        <p:grpSp>
          <p:nvGrpSpPr>
            <p:cNvPr id="101" name="Group 63">
              <a:extLst>
                <a:ext uri="{FF2B5EF4-FFF2-40B4-BE49-F238E27FC236}">
                  <a16:creationId xmlns:a16="http://schemas.microsoft.com/office/drawing/2014/main" id="{6D37E13C-5689-4933-9BD4-52F7CB7E0BDA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04" name="Rectangle: Rounded Corners 186">
                <a:extLst>
                  <a:ext uri="{FF2B5EF4-FFF2-40B4-BE49-F238E27FC236}">
                    <a16:creationId xmlns:a16="http://schemas.microsoft.com/office/drawing/2014/main" id="{61693D21-0997-41A4-A88A-99DB23334685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05" name="Group 286">
                <a:extLst>
                  <a:ext uri="{FF2B5EF4-FFF2-40B4-BE49-F238E27FC236}">
                    <a16:creationId xmlns:a16="http://schemas.microsoft.com/office/drawing/2014/main" id="{E889E4CE-03E7-47DC-80B8-375F6B481A7F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07" name="Rectangle: Rounded Corners 192">
                  <a:extLst>
                    <a:ext uri="{FF2B5EF4-FFF2-40B4-BE49-F238E27FC236}">
                      <a16:creationId xmlns:a16="http://schemas.microsoft.com/office/drawing/2014/main" id="{4C0A78BD-05A0-4831-8172-830B64125CD2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08" name="Rectangle: Top Corners Rounded 193">
                  <a:extLst>
                    <a:ext uri="{FF2B5EF4-FFF2-40B4-BE49-F238E27FC236}">
                      <a16:creationId xmlns:a16="http://schemas.microsoft.com/office/drawing/2014/main" id="{F2940DA2-3908-4B8E-B4B0-54E7B9A904FB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06" name="TextBox 262">
                <a:extLst>
                  <a:ext uri="{FF2B5EF4-FFF2-40B4-BE49-F238E27FC236}">
                    <a16:creationId xmlns:a16="http://schemas.microsoft.com/office/drawing/2014/main" id="{2D2F805F-97B0-43E0-907D-4EDA2CA8707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02" name="Rectangle: Top Corners Rounded 232">
              <a:extLst>
                <a:ext uri="{FF2B5EF4-FFF2-40B4-BE49-F238E27FC236}">
                  <a16:creationId xmlns:a16="http://schemas.microsoft.com/office/drawing/2014/main" id="{0E3F1DBA-7B40-4BB1-BE7A-898734ABEFBE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9BF71DE4-A267-4A98-993D-499D040DF0E9}"/>
                </a:ext>
              </a:extLst>
            </p:cNvPr>
            <p:cNvSpPr/>
            <p:nvPr/>
          </p:nvSpPr>
          <p:spPr>
            <a:xfrm>
              <a:off x="4717836" y="2099503"/>
              <a:ext cx="37370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zh-CN" altLang="en-US" sz="2800" b="1" kern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拟开展研究工作</a:t>
              </a: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71E0B2E1-F073-4F1E-8E6E-6D4DEF09ABEA}"/>
              </a:ext>
            </a:extLst>
          </p:cNvPr>
          <p:cNvGrpSpPr/>
          <p:nvPr userDrawn="1"/>
        </p:nvGrpSpPr>
        <p:grpSpPr>
          <a:xfrm>
            <a:off x="4423118" y="4438265"/>
            <a:ext cx="5794638" cy="637875"/>
            <a:chOff x="3961965" y="2042178"/>
            <a:chExt cx="4611738" cy="637875"/>
          </a:xfrm>
        </p:grpSpPr>
        <p:grpSp>
          <p:nvGrpSpPr>
            <p:cNvPr id="110" name="Group 63">
              <a:extLst>
                <a:ext uri="{FF2B5EF4-FFF2-40B4-BE49-F238E27FC236}">
                  <a16:creationId xmlns:a16="http://schemas.microsoft.com/office/drawing/2014/main" id="{079B03B4-6742-4C7C-BA1E-2B0A422DA2CB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12" name="Rectangle: Rounded Corners 186">
                <a:extLst>
                  <a:ext uri="{FF2B5EF4-FFF2-40B4-BE49-F238E27FC236}">
                    <a16:creationId xmlns:a16="http://schemas.microsoft.com/office/drawing/2014/main" id="{2E2D3ECE-3E34-465C-B985-8EE7B88830E6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B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13" name="Group 286">
                <a:extLst>
                  <a:ext uri="{FF2B5EF4-FFF2-40B4-BE49-F238E27FC236}">
                    <a16:creationId xmlns:a16="http://schemas.microsoft.com/office/drawing/2014/main" id="{C4F8DD36-DEFE-4C15-870F-52BA6C5C5E5A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15" name="Rectangle: Rounded Corners 192">
                  <a:extLst>
                    <a:ext uri="{FF2B5EF4-FFF2-40B4-BE49-F238E27FC236}">
                      <a16:creationId xmlns:a16="http://schemas.microsoft.com/office/drawing/2014/main" id="{796C666F-0787-4BE7-AA97-4BB714281CD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16" name="Rectangle: Top Corners Rounded 193">
                  <a:extLst>
                    <a:ext uri="{FF2B5EF4-FFF2-40B4-BE49-F238E27FC236}">
                      <a16:creationId xmlns:a16="http://schemas.microsoft.com/office/drawing/2014/main" id="{30C14A2E-B58B-46DA-B5AC-54D0F6650C7F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14" name="TextBox 262">
                <a:extLst>
                  <a:ext uri="{FF2B5EF4-FFF2-40B4-BE49-F238E27FC236}">
                    <a16:creationId xmlns:a16="http://schemas.microsoft.com/office/drawing/2014/main" id="{48EE1A7D-04EB-40F8-832F-D390971256C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11" name="Rectangle: Top Corners Rounded 232">
              <a:extLst>
                <a:ext uri="{FF2B5EF4-FFF2-40B4-BE49-F238E27FC236}">
                  <a16:creationId xmlns:a16="http://schemas.microsoft.com/office/drawing/2014/main" id="{692B5E05-BC4A-4CAF-9EA9-7928E3C6CB0E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sp>
        <p:nvSpPr>
          <p:cNvPr id="117" name="矩形 116">
            <a:extLst>
              <a:ext uri="{FF2B5EF4-FFF2-40B4-BE49-F238E27FC236}">
                <a16:creationId xmlns:a16="http://schemas.microsoft.com/office/drawing/2014/main" id="{B0BD78F6-B893-4ACD-B0C2-3410B617F3C2}"/>
              </a:ext>
            </a:extLst>
          </p:cNvPr>
          <p:cNvSpPr/>
          <p:nvPr userDrawn="1"/>
        </p:nvSpPr>
        <p:spPr>
          <a:xfrm>
            <a:off x="100800" y="79200"/>
            <a:ext cx="1760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汇报提纲</a:t>
            </a:r>
          </a:p>
        </p:txBody>
      </p:sp>
      <p:sp>
        <p:nvSpPr>
          <p:cNvPr id="118" name="Slide Number Placeholder 5">
            <a:extLst>
              <a:ext uri="{FF2B5EF4-FFF2-40B4-BE49-F238E27FC236}">
                <a16:creationId xmlns:a16="http://schemas.microsoft.com/office/drawing/2014/main" id="{8C156CEB-E6EB-4B38-A187-DA807FE70D6D}"/>
              </a:ext>
            </a:extLst>
          </p:cNvPr>
          <p:cNvSpPr txBox="1">
            <a:spLocks/>
          </p:cNvSpPr>
          <p:nvPr userDrawn="1"/>
        </p:nvSpPr>
        <p:spPr>
          <a:xfrm>
            <a:off x="11642726" y="6604000"/>
            <a:ext cx="425450" cy="25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C17AE339-2240-4DBB-A29E-9F3E437FF18D}"/>
              </a:ext>
            </a:extLst>
          </p:cNvPr>
          <p:cNvGrpSpPr/>
          <p:nvPr userDrawn="1"/>
        </p:nvGrpSpPr>
        <p:grpSpPr>
          <a:xfrm>
            <a:off x="4430075" y="5573540"/>
            <a:ext cx="5780725" cy="637875"/>
            <a:chOff x="3961965" y="2042178"/>
            <a:chExt cx="4611738" cy="637875"/>
          </a:xfrm>
        </p:grpSpPr>
        <p:grpSp>
          <p:nvGrpSpPr>
            <p:cNvPr id="120" name="Group 63">
              <a:extLst>
                <a:ext uri="{FF2B5EF4-FFF2-40B4-BE49-F238E27FC236}">
                  <a16:creationId xmlns:a16="http://schemas.microsoft.com/office/drawing/2014/main" id="{362BE3D0-FFEA-4553-8CE6-BD863BA5E414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23" name="Rectangle: Rounded Corners 186">
                <a:extLst>
                  <a:ext uri="{FF2B5EF4-FFF2-40B4-BE49-F238E27FC236}">
                    <a16:creationId xmlns:a16="http://schemas.microsoft.com/office/drawing/2014/main" id="{5AC07454-78DF-4AB6-8D8D-069E6986EE6D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24" name="Group 286">
                <a:extLst>
                  <a:ext uri="{FF2B5EF4-FFF2-40B4-BE49-F238E27FC236}">
                    <a16:creationId xmlns:a16="http://schemas.microsoft.com/office/drawing/2014/main" id="{EFDA1A89-4878-4981-8127-D29CEF2394A7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26" name="Rectangle: Rounded Corners 192">
                  <a:extLst>
                    <a:ext uri="{FF2B5EF4-FFF2-40B4-BE49-F238E27FC236}">
                      <a16:creationId xmlns:a16="http://schemas.microsoft.com/office/drawing/2014/main" id="{618DBFBF-5613-4605-AEE0-C0F4A1F4C4DF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27" name="Rectangle: Top Corners Rounded 193">
                  <a:extLst>
                    <a:ext uri="{FF2B5EF4-FFF2-40B4-BE49-F238E27FC236}">
                      <a16:creationId xmlns:a16="http://schemas.microsoft.com/office/drawing/2014/main" id="{6E957ACB-FBDC-4554-B028-1B8436A0D9FA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25" name="TextBox 262">
                <a:extLst>
                  <a:ext uri="{FF2B5EF4-FFF2-40B4-BE49-F238E27FC236}">
                    <a16:creationId xmlns:a16="http://schemas.microsoft.com/office/drawing/2014/main" id="{7E5CCB0B-BD04-40FB-A0C0-D29A6407986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</p:grpSp>
        <p:sp>
          <p:nvSpPr>
            <p:cNvPr id="121" name="Rectangle: Top Corners Rounded 232">
              <a:extLst>
                <a:ext uri="{FF2B5EF4-FFF2-40B4-BE49-F238E27FC236}">
                  <a16:creationId xmlns:a16="http://schemas.microsoft.com/office/drawing/2014/main" id="{6808E4CE-A2E7-4055-9ED7-9D4C9F8B7579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F8580D15-E16A-44B1-A232-185928A97CBD}"/>
                </a:ext>
              </a:extLst>
            </p:cNvPr>
            <p:cNvSpPr/>
            <p:nvPr/>
          </p:nvSpPr>
          <p:spPr>
            <a:xfrm>
              <a:off x="4717836" y="2099503"/>
              <a:ext cx="373701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zh-CN" altLang="en-US" sz="2800" b="1" kern="0" dirty="0">
                  <a:solidFill>
                    <a:srgbClr val="002060"/>
                  </a:solidFill>
                  <a:latin typeface="微软雅黑" pitchFamily="34" charset="-122"/>
                  <a:ea typeface="微软雅黑" pitchFamily="34" charset="-122"/>
                </a:rPr>
                <a:t>拟开展研究工作</a:t>
              </a: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5D3C1827-ECF3-47C1-9AFF-84053A976763}"/>
              </a:ext>
            </a:extLst>
          </p:cNvPr>
          <p:cNvGrpSpPr/>
          <p:nvPr userDrawn="1"/>
        </p:nvGrpSpPr>
        <p:grpSpPr>
          <a:xfrm>
            <a:off x="4423118" y="5571376"/>
            <a:ext cx="5794638" cy="637875"/>
            <a:chOff x="3961965" y="2042178"/>
            <a:chExt cx="4611738" cy="637875"/>
          </a:xfrm>
        </p:grpSpPr>
        <p:grpSp>
          <p:nvGrpSpPr>
            <p:cNvPr id="129" name="Group 63">
              <a:extLst>
                <a:ext uri="{FF2B5EF4-FFF2-40B4-BE49-F238E27FC236}">
                  <a16:creationId xmlns:a16="http://schemas.microsoft.com/office/drawing/2014/main" id="{C416E7A4-BB12-4B1B-A605-A180C92DB00E}"/>
                </a:ext>
              </a:extLst>
            </p:cNvPr>
            <p:cNvGrpSpPr/>
            <p:nvPr/>
          </p:nvGrpSpPr>
          <p:grpSpPr>
            <a:xfrm>
              <a:off x="3961965" y="2042181"/>
              <a:ext cx="4569863" cy="637872"/>
              <a:chOff x="5595957" y="1888529"/>
              <a:chExt cx="5395548" cy="753124"/>
            </a:xfrm>
          </p:grpSpPr>
          <p:sp>
            <p:nvSpPr>
              <p:cNvPr id="131" name="Rectangle: Rounded Corners 186">
                <a:extLst>
                  <a:ext uri="{FF2B5EF4-FFF2-40B4-BE49-F238E27FC236}">
                    <a16:creationId xmlns:a16="http://schemas.microsoft.com/office/drawing/2014/main" id="{2174E473-581C-4B55-B86A-4F5EB4121114}"/>
                  </a:ext>
                </a:extLst>
              </p:cNvPr>
              <p:cNvSpPr/>
              <p:nvPr/>
            </p:nvSpPr>
            <p:spPr>
              <a:xfrm>
                <a:off x="5633318" y="1888529"/>
                <a:ext cx="4630057" cy="753123"/>
              </a:xfrm>
              <a:prstGeom prst="roundRect">
                <a:avLst>
                  <a:gd name="adj" fmla="val 8958"/>
                </a:avLst>
              </a:prstGeom>
              <a:solidFill>
                <a:srgbClr val="B2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en-US" kern="0" dirty="0">
                  <a:solidFill>
                    <a:prstClr val="white"/>
                  </a:solidFill>
                  <a:latin typeface="等线" panose="020F0502020204030204"/>
                </a:endParaRPr>
              </a:p>
            </p:txBody>
          </p:sp>
          <p:grpSp>
            <p:nvGrpSpPr>
              <p:cNvPr id="132" name="Group 286">
                <a:extLst>
                  <a:ext uri="{FF2B5EF4-FFF2-40B4-BE49-F238E27FC236}">
                    <a16:creationId xmlns:a16="http://schemas.microsoft.com/office/drawing/2014/main" id="{7DBB853C-4D40-4BDF-8C9B-A929F35BA901}"/>
                  </a:ext>
                </a:extLst>
              </p:cNvPr>
              <p:cNvGrpSpPr/>
              <p:nvPr/>
            </p:nvGrpSpPr>
            <p:grpSpPr>
              <a:xfrm>
                <a:off x="5595957" y="1888529"/>
                <a:ext cx="5395548" cy="753124"/>
                <a:chOff x="5595957" y="1888529"/>
                <a:chExt cx="5395548" cy="753124"/>
              </a:xfrm>
            </p:grpSpPr>
            <p:sp>
              <p:nvSpPr>
                <p:cNvPr id="134" name="Rectangle: Rounded Corners 192">
                  <a:extLst>
                    <a:ext uri="{FF2B5EF4-FFF2-40B4-BE49-F238E27FC236}">
                      <a16:creationId xmlns:a16="http://schemas.microsoft.com/office/drawing/2014/main" id="{562945CB-EF61-48FC-8456-E38DE41AAE38}"/>
                    </a:ext>
                  </a:extLst>
                </p:cNvPr>
                <p:cNvSpPr/>
                <p:nvPr/>
              </p:nvSpPr>
              <p:spPr>
                <a:xfrm>
                  <a:off x="6361445" y="1888530"/>
                  <a:ext cx="4630060" cy="753123"/>
                </a:xfrm>
                <a:prstGeom prst="roundRect">
                  <a:avLst>
                    <a:gd name="adj" fmla="val 895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77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  <p:sp>
              <p:nvSpPr>
                <p:cNvPr id="135" name="Rectangle: Top Corners Rounded 193">
                  <a:extLst>
                    <a:ext uri="{FF2B5EF4-FFF2-40B4-BE49-F238E27FC236}">
                      <a16:creationId xmlns:a16="http://schemas.microsoft.com/office/drawing/2014/main" id="{E8D4CC2D-BF75-4E5A-A096-CCBA75E5A658}"/>
                    </a:ext>
                  </a:extLst>
                </p:cNvPr>
                <p:cNvSpPr/>
                <p:nvPr/>
              </p:nvSpPr>
              <p:spPr>
                <a:xfrm rot="16200000">
                  <a:off x="5242256" y="2242230"/>
                  <a:ext cx="753122" cy="4571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等线" panose="020F0502020204030204"/>
                  </a:endParaRPr>
                </a:p>
              </p:txBody>
            </p:sp>
          </p:grpSp>
          <p:sp>
            <p:nvSpPr>
              <p:cNvPr id="133" name="TextBox 262">
                <a:extLst>
                  <a:ext uri="{FF2B5EF4-FFF2-40B4-BE49-F238E27FC236}">
                    <a16:creationId xmlns:a16="http://schemas.microsoft.com/office/drawing/2014/main" id="{E9BF9897-BA49-43B5-8FF0-73B788B02AE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59534" y="2001632"/>
                <a:ext cx="700807" cy="526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IN" altLang="zh-CN" sz="1100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Part</a:t>
                </a:r>
              </a:p>
              <a:p>
                <a:pPr algn="ctr">
                  <a:defRPr/>
                </a:pPr>
                <a:r>
                  <a:rPr lang="en-I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</a:p>
            </p:txBody>
          </p:sp>
        </p:grpSp>
        <p:sp>
          <p:nvSpPr>
            <p:cNvPr id="130" name="Rectangle: Top Corners Rounded 232">
              <a:extLst>
                <a:ext uri="{FF2B5EF4-FFF2-40B4-BE49-F238E27FC236}">
                  <a16:creationId xmlns:a16="http://schemas.microsoft.com/office/drawing/2014/main" id="{D59C7FAF-C5AA-4C95-8D0B-75C8AAE8381B}"/>
                </a:ext>
              </a:extLst>
            </p:cNvPr>
            <p:cNvSpPr/>
            <p:nvPr/>
          </p:nvSpPr>
          <p:spPr>
            <a:xfrm rot="16200000">
              <a:off x="8235406" y="2341752"/>
              <a:ext cx="637871" cy="3872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2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 dirty="0">
                <a:solidFill>
                  <a:prstClr val="white"/>
                </a:solidFill>
                <a:latin typeface="等线" panose="020F0502020204030204"/>
              </a:endParaRPr>
            </a:p>
          </p:txBody>
        </p:sp>
      </p:grpSp>
      <p:sp>
        <p:nvSpPr>
          <p:cNvPr id="136" name="矩形 135">
            <a:extLst>
              <a:ext uri="{FF2B5EF4-FFF2-40B4-BE49-F238E27FC236}">
                <a16:creationId xmlns:a16="http://schemas.microsoft.com/office/drawing/2014/main" id="{C2E7720D-FBE5-41B8-BF62-032D8E058BBB}"/>
              </a:ext>
            </a:extLst>
          </p:cNvPr>
          <p:cNvSpPr/>
          <p:nvPr userDrawn="1"/>
        </p:nvSpPr>
        <p:spPr>
          <a:xfrm>
            <a:off x="2086160" y="1038934"/>
            <a:ext cx="942974" cy="5170313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报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</a:t>
            </a:r>
            <a:endParaRPr lang="en-US" altLang="zh-CN" sz="32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dist" defTabSz="914400">
              <a:lnSpc>
                <a:spcPct val="200000"/>
              </a:lnSpc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录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6AA316C-C8A0-4A0F-913A-3592642D9B08}"/>
              </a:ext>
            </a:extLst>
          </p:cNvPr>
          <p:cNvSpPr/>
          <p:nvPr userDrawn="1"/>
        </p:nvSpPr>
        <p:spPr>
          <a:xfrm>
            <a:off x="0" y="6800850"/>
            <a:ext cx="12192000" cy="6553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8" name="任意多边形: 形状 23">
            <a:extLst>
              <a:ext uri="{FF2B5EF4-FFF2-40B4-BE49-F238E27FC236}">
                <a16:creationId xmlns:a16="http://schemas.microsoft.com/office/drawing/2014/main" id="{160D5A2B-2AA0-4E8F-A29E-BB56CA21D4A9}"/>
              </a:ext>
            </a:extLst>
          </p:cNvPr>
          <p:cNvSpPr/>
          <p:nvPr userDrawn="1"/>
        </p:nvSpPr>
        <p:spPr>
          <a:xfrm>
            <a:off x="9877900" y="0"/>
            <a:ext cx="2308859" cy="297764"/>
          </a:xfrm>
          <a:custGeom>
            <a:avLst/>
            <a:gdLst>
              <a:gd name="connsiteX0" fmla="*/ 161290 w 4652382"/>
              <a:gd name="connsiteY0" fmla="*/ 0 h 331531"/>
              <a:gd name="connsiteX1" fmla="*/ 4652382 w 4652382"/>
              <a:gd name="connsiteY1" fmla="*/ 0 h 331531"/>
              <a:gd name="connsiteX2" fmla="*/ 4652382 w 4652382"/>
              <a:gd name="connsiteY2" fmla="*/ 331531 h 331531"/>
              <a:gd name="connsiteX3" fmla="*/ 0 w 4652382"/>
              <a:gd name="connsiteY3" fmla="*/ 331531 h 33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2382" h="331531">
                <a:moveTo>
                  <a:pt x="161290" y="0"/>
                </a:moveTo>
                <a:lnTo>
                  <a:pt x="4652382" y="0"/>
                </a:lnTo>
                <a:lnTo>
                  <a:pt x="4652382" y="331531"/>
                </a:lnTo>
                <a:lnTo>
                  <a:pt x="0" y="331531"/>
                </a:lnTo>
                <a:close/>
              </a:path>
            </a:pathLst>
          </a:custGeom>
          <a:solidFill>
            <a:srgbClr val="3E4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9" name="任意多边形: 形状 24">
            <a:extLst>
              <a:ext uri="{FF2B5EF4-FFF2-40B4-BE49-F238E27FC236}">
                <a16:creationId xmlns:a16="http://schemas.microsoft.com/office/drawing/2014/main" id="{E18C0016-19AF-4AEF-9C75-D60F1CFBDA53}"/>
              </a:ext>
            </a:extLst>
          </p:cNvPr>
          <p:cNvSpPr/>
          <p:nvPr userDrawn="1"/>
        </p:nvSpPr>
        <p:spPr>
          <a:xfrm>
            <a:off x="10945667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0" name="任意多边形: 形状 25">
            <a:extLst>
              <a:ext uri="{FF2B5EF4-FFF2-40B4-BE49-F238E27FC236}">
                <a16:creationId xmlns:a16="http://schemas.microsoft.com/office/drawing/2014/main" id="{54510AE1-72B7-473C-8878-F091496BFD68}"/>
              </a:ext>
            </a:extLst>
          </p:cNvPr>
          <p:cNvSpPr/>
          <p:nvPr userDrawn="1"/>
        </p:nvSpPr>
        <p:spPr>
          <a:xfrm>
            <a:off x="10545223" y="0"/>
            <a:ext cx="601995" cy="681036"/>
          </a:xfrm>
          <a:custGeom>
            <a:avLst/>
            <a:gdLst>
              <a:gd name="connsiteX0" fmla="*/ 254363 w 462162"/>
              <a:gd name="connsiteY0" fmla="*/ 0 h 522843"/>
              <a:gd name="connsiteX1" fmla="*/ 462162 w 462162"/>
              <a:gd name="connsiteY1" fmla="*/ 0 h 522843"/>
              <a:gd name="connsiteX2" fmla="*/ 207799 w 462162"/>
              <a:gd name="connsiteY2" fmla="*/ 522843 h 522843"/>
              <a:gd name="connsiteX3" fmla="*/ 0 w 462162"/>
              <a:gd name="connsiteY3" fmla="*/ 522843 h 52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162" h="522843">
                <a:moveTo>
                  <a:pt x="254363" y="0"/>
                </a:moveTo>
                <a:lnTo>
                  <a:pt x="462162" y="0"/>
                </a:lnTo>
                <a:lnTo>
                  <a:pt x="207799" y="522843"/>
                </a:lnTo>
                <a:lnTo>
                  <a:pt x="0" y="5228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1" name="任意多边形: 形状 28">
            <a:extLst>
              <a:ext uri="{FF2B5EF4-FFF2-40B4-BE49-F238E27FC236}">
                <a16:creationId xmlns:a16="http://schemas.microsoft.com/office/drawing/2014/main" id="{36BB3429-4901-49E6-B67C-E1980F4DB409}"/>
              </a:ext>
            </a:extLst>
          </p:cNvPr>
          <p:cNvSpPr/>
          <p:nvPr userDrawn="1"/>
        </p:nvSpPr>
        <p:spPr>
          <a:xfrm>
            <a:off x="11346110" y="0"/>
            <a:ext cx="840650" cy="681036"/>
          </a:xfrm>
          <a:custGeom>
            <a:avLst/>
            <a:gdLst>
              <a:gd name="connsiteX0" fmla="*/ 368896 w 935980"/>
              <a:gd name="connsiteY0" fmla="*/ 0 h 758266"/>
              <a:gd name="connsiteX1" fmla="*/ 935980 w 935980"/>
              <a:gd name="connsiteY1" fmla="*/ 0 h 758266"/>
              <a:gd name="connsiteX2" fmla="*/ 935980 w 935980"/>
              <a:gd name="connsiteY2" fmla="*/ 758266 h 758266"/>
              <a:gd name="connsiteX3" fmla="*/ 0 w 935980"/>
              <a:gd name="connsiteY3" fmla="*/ 758266 h 758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5980" h="758266">
                <a:moveTo>
                  <a:pt x="368896" y="0"/>
                </a:moveTo>
                <a:lnTo>
                  <a:pt x="935980" y="0"/>
                </a:lnTo>
                <a:lnTo>
                  <a:pt x="935980" y="758266"/>
                </a:lnTo>
                <a:lnTo>
                  <a:pt x="0" y="758266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14D76357-0192-4EB0-88B5-FC902FEDE5B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62564"/>
            <a:ext cx="10412285" cy="1847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>
            <a:extLst>
              <a:ext uri="{FF2B5EF4-FFF2-40B4-BE49-F238E27FC236}">
                <a16:creationId xmlns:a16="http://schemas.microsoft.com/office/drawing/2014/main" id="{65B24FF6-F57A-4A79-9F59-6FCC28AF47C6}"/>
              </a:ext>
            </a:extLst>
          </p:cNvPr>
          <p:cNvSpPr/>
          <p:nvPr userDrawn="1"/>
        </p:nvSpPr>
        <p:spPr>
          <a:xfrm>
            <a:off x="11642725" y="6610525"/>
            <a:ext cx="428624" cy="201128"/>
          </a:xfrm>
          <a:prstGeom prst="rect">
            <a:avLst/>
          </a:prstGeom>
          <a:solidFill>
            <a:srgbClr val="2140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780A9867-4515-4612-8C47-3D4D56A5F443}"/>
              </a:ext>
            </a:extLst>
          </p:cNvPr>
          <p:cNvSpPr txBox="1"/>
          <p:nvPr userDrawn="1"/>
        </p:nvSpPr>
        <p:spPr>
          <a:xfrm>
            <a:off x="11660509" y="6563548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6BF1BBFE-AE29-434B-8858-4B0962739355}" type="slidenum">
              <a:rPr lang="zh-CN" alt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55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7542C5F-E311-48A3-AA8D-285934627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5706"/>
          <a:stretch/>
        </p:blipFill>
        <p:spPr>
          <a:xfrm>
            <a:off x="5081" y="0"/>
            <a:ext cx="12186917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C0B0889-D40A-4015-A730-273909EB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9378" r="4231"/>
          <a:stretch/>
        </p:blipFill>
        <p:spPr>
          <a:xfrm>
            <a:off x="-2" y="2125553"/>
            <a:ext cx="12192001" cy="2618972"/>
          </a:xfrm>
          <a:prstGeom prst="rect">
            <a:avLst/>
          </a:prstGeom>
        </p:spPr>
      </p:pic>
      <p:pic>
        <p:nvPicPr>
          <p:cNvPr id="9" name="图片 8" descr="夜晚街道上的标志&#10;&#10;描述已自动生成">
            <a:extLst>
              <a:ext uri="{FF2B5EF4-FFF2-40B4-BE49-F238E27FC236}">
                <a16:creationId xmlns:a16="http://schemas.microsoft.com/office/drawing/2014/main" id="{B0812B3C-C254-4302-B08B-E668FDE3056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80" y="2125552"/>
            <a:ext cx="12205679" cy="4732447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D85B3A4-0124-4A6A-8698-E521FB15543C}"/>
              </a:ext>
            </a:extLst>
          </p:cNvPr>
          <p:cNvGrpSpPr/>
          <p:nvPr userDrawn="1"/>
        </p:nvGrpSpPr>
        <p:grpSpPr>
          <a:xfrm>
            <a:off x="0" y="2106173"/>
            <a:ext cx="12192000" cy="2659886"/>
            <a:chOff x="1303020" y="24976"/>
            <a:chExt cx="9140516" cy="265988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51CA65-5551-42C7-9266-40513FA3D10A}"/>
                </a:ext>
              </a:extLst>
            </p:cNvPr>
            <p:cNvSpPr/>
            <p:nvPr/>
          </p:nvSpPr>
          <p:spPr>
            <a:xfrm>
              <a:off x="1303020" y="24976"/>
              <a:ext cx="9140516" cy="2644200"/>
            </a:xfrm>
            <a:prstGeom prst="rect">
              <a:avLst/>
            </a:prstGeom>
            <a:gradFill flip="none" rotWithShape="1">
              <a:gsLst>
                <a:gs pos="22000">
                  <a:srgbClr val="0070C0"/>
                </a:gs>
                <a:gs pos="100000">
                  <a:srgbClr val="00B0F0">
                    <a:alpha val="8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2A4E130-0014-4FAC-BEB4-9F25B2DA4B6B}"/>
                </a:ext>
              </a:extLst>
            </p:cNvPr>
            <p:cNvSpPr/>
            <p:nvPr/>
          </p:nvSpPr>
          <p:spPr>
            <a:xfrm>
              <a:off x="1884615" y="187208"/>
              <a:ext cx="7977325" cy="20128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altLang="en-US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感谢各位老师的耐心聆听</a:t>
              </a:r>
              <a:endParaRPr lang="en-US" altLang="zh-CN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  <a:defRPr/>
              </a:pPr>
              <a:r>
                <a:rPr lang="zh-CN" altLang="en-US" sz="48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敬请大家批评指正！</a:t>
              </a:r>
              <a:endParaRPr lang="en-US" altLang="zh-CN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4">
              <a:extLst>
                <a:ext uri="{FF2B5EF4-FFF2-40B4-BE49-F238E27FC236}">
                  <a16:creationId xmlns:a16="http://schemas.microsoft.com/office/drawing/2014/main" id="{27C72BCC-0718-4B37-B5DA-4395AD62C81C}"/>
                </a:ext>
              </a:extLst>
            </p:cNvPr>
            <p:cNvSpPr/>
            <p:nvPr/>
          </p:nvSpPr>
          <p:spPr>
            <a:xfrm>
              <a:off x="1705356" y="2181493"/>
              <a:ext cx="8335844" cy="503369"/>
            </a:xfrm>
            <a:custGeom>
              <a:avLst/>
              <a:gdLst>
                <a:gd name="connsiteX0" fmla="*/ 0 w 8229600"/>
                <a:gd name="connsiteY0" fmla="*/ 0 h 0"/>
                <a:gd name="connsiteX1" fmla="*/ 8229600 w 82296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29600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83F4DEC6-8AE6-4C19-9A56-01F61E28F57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006" b="97452" l="6129" r="94355">
                        <a14:foregroundMark x1="27903" y1="50318" x2="27903" y2="50318"/>
                        <a14:foregroundMark x1="35968" y1="40127" x2="35968" y2="40127"/>
                        <a14:foregroundMark x1="17581" y1="42038" x2="17581" y2="42038"/>
                        <a14:foregroundMark x1="8871" y1="43949" x2="8871" y2="43949"/>
                        <a14:foregroundMark x1="63871" y1="54777" x2="63871" y2="54777"/>
                        <a14:foregroundMark x1="71935" y1="47771" x2="71935" y2="47771"/>
                        <a14:foregroundMark x1="78871" y1="43949" x2="78871" y2="43949"/>
                        <a14:foregroundMark x1="88710" y1="38217" x2="88710" y2="38217"/>
                        <a14:foregroundMark x1="88871" y1="54777" x2="88871" y2="54777"/>
                        <a14:foregroundMark x1="90645" y1="55414" x2="90645" y2="55414"/>
                        <a14:foregroundMark x1="86290" y1="44586" x2="86290" y2="44586"/>
                        <a14:foregroundMark x1="13548" y1="59236" x2="13548" y2="59236"/>
                        <a14:foregroundMark x1="29194" y1="86624" x2="29194" y2="86624"/>
                        <a14:foregroundMark x1="34839" y1="86624" x2="34839" y2="86624"/>
                        <a14:foregroundMark x1="33710" y1="84713" x2="33710" y2="84713"/>
                        <a14:foregroundMark x1="33065" y1="92357" x2="33065" y2="92357"/>
                        <a14:foregroundMark x1="40161" y1="81529" x2="40161" y2="81529"/>
                        <a14:foregroundMark x1="45323" y1="87898" x2="45323" y2="87898"/>
                        <a14:foregroundMark x1="43710" y1="92994" x2="43710" y2="92994"/>
                        <a14:foregroundMark x1="45645" y1="75159" x2="45645" y2="75159"/>
                        <a14:foregroundMark x1="50968" y1="84713" x2="50968" y2="84713"/>
                        <a14:foregroundMark x1="54839" y1="81529" x2="54839" y2="81529"/>
                        <a14:foregroundMark x1="56290" y1="94268" x2="56290" y2="94268"/>
                        <a14:foregroundMark x1="60484" y1="85987" x2="60484" y2="85987"/>
                        <a14:foregroundMark x1="62581" y1="44586" x2="62581" y2="44586"/>
                        <a14:foregroundMark x1="60000" y1="92357" x2="60000" y2="92357"/>
                        <a14:foregroundMark x1="61452" y1="84713" x2="61452" y2="84713"/>
                        <a14:foregroundMark x1="67097" y1="78981" x2="67097" y2="78981"/>
                        <a14:foregroundMark x1="63548" y1="87898" x2="63548" y2="87898"/>
                        <a14:foregroundMark x1="70484" y1="87898" x2="70484" y2="87898"/>
                        <a14:foregroundMark x1="10323" y1="43949" x2="10323" y2="43949"/>
                        <a14:foregroundMark x1="12097" y1="38217" x2="12097" y2="38217"/>
                        <a14:foregroundMark x1="9032" y1="54140" x2="9032" y2="54140"/>
                        <a14:foregroundMark x1="11452" y1="55414" x2="11452" y2="55414"/>
                        <a14:foregroundMark x1="90806" y1="41401" x2="90806" y2="41401"/>
                        <a14:foregroundMark x1="89839" y1="47771" x2="89839" y2="47771"/>
                        <a14:foregroundMark x1="87419" y1="57325" x2="87419" y2="57325"/>
                        <a14:foregroundMark x1="86935" y1="56051" x2="86935" y2="56051"/>
                        <a14:foregroundMark x1="78871" y1="87261" x2="78871" y2="87261"/>
                        <a14:foregroundMark x1="21613" y1="87898" x2="21613" y2="87898"/>
                        <a14:backgroundMark x1="26774" y1="22930" x2="26774" y2="22930"/>
                        <a14:backgroundMark x1="26935" y1="22293" x2="35161" y2="21019"/>
                        <a14:backgroundMark x1="65323" y1="50955" x2="65323" y2="50955"/>
                        <a14:backgroundMark x1="35968" y1="50318" x2="35968" y2="50318"/>
                        <a14:backgroundMark x1="80968" y1="49045" x2="80968" y2="49045"/>
                        <a14:backgroundMark x1="89355" y1="42675" x2="89355" y2="42675"/>
                        <a14:backgroundMark x1="88065" y1="43949" x2="88065" y2="43949"/>
                        <a14:backgroundMark x1="87581" y1="54777" x2="87581" y2="54777"/>
                        <a14:backgroundMark x1="19355" y1="56688" x2="19355" y2="56688"/>
                        <a14:backgroundMark x1="9355" y1="49045" x2="9355" y2="490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72392" y="54573"/>
            <a:ext cx="5647211" cy="163837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5BC439F-8C38-4353-B9AD-A6F3C98A1985}"/>
              </a:ext>
            </a:extLst>
          </p:cNvPr>
          <p:cNvSpPr txBox="1"/>
          <p:nvPr userDrawn="1"/>
        </p:nvSpPr>
        <p:spPr>
          <a:xfrm>
            <a:off x="8723433" y="6250766"/>
            <a:ext cx="3355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800" b="1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2B5B7A7D-2189-42C2-9821-0DA00BAB3798}"/>
              </a:ext>
            </a:extLst>
          </p:cNvPr>
          <p:cNvSpPr/>
          <p:nvPr userDrawn="1"/>
        </p:nvSpPr>
        <p:spPr>
          <a:xfrm>
            <a:off x="775754" y="1784692"/>
            <a:ext cx="3022058" cy="642959"/>
          </a:xfrm>
          <a:prstGeom prst="parallelogram">
            <a:avLst>
              <a:gd name="adj" fmla="val 4865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730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B7627D-046B-49A2-9638-3026A6B6C8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74140" y="1167005"/>
            <a:ext cx="2038350" cy="480131"/>
          </a:xfrm>
        </p:spPr>
        <p:txBody>
          <a:bodyPr/>
          <a:lstStyle/>
          <a:p>
            <a:r>
              <a:rPr lang="zh-CN" altLang="en-US" dirty="0"/>
              <a:t>项目汇报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521038-78FD-47C1-BC7F-43F55DCE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数字孪生仿真模型与中间件通讯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D57F4B2-2D0F-4355-B695-EE1CDAEB02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77029" y="5713575"/>
            <a:ext cx="2415641" cy="480131"/>
          </a:xfrm>
        </p:spPr>
        <p:txBody>
          <a:bodyPr/>
          <a:lstStyle/>
          <a:p>
            <a:r>
              <a:rPr lang="zh-CN" altLang="en-US" dirty="0"/>
              <a:t>彭高亮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F1695C-BA5B-4E54-B6DB-C149673C5C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77030" y="4999855"/>
            <a:ext cx="2415641" cy="480131"/>
          </a:xfrm>
        </p:spPr>
        <p:txBody>
          <a:bodyPr/>
          <a:lstStyle/>
          <a:p>
            <a:r>
              <a:rPr lang="en-US" altLang="zh-CN" dirty="0"/>
              <a:t>25S108129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D717688-4654-4CE9-AC09-46E79E83DC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77029" y="4286135"/>
            <a:ext cx="2415641" cy="480131"/>
          </a:xfrm>
        </p:spPr>
        <p:txBody>
          <a:bodyPr/>
          <a:lstStyle/>
          <a:p>
            <a:r>
              <a:rPr lang="zh-CN" altLang="en-US" dirty="0"/>
              <a:t>李广植</a:t>
            </a:r>
          </a:p>
        </p:txBody>
      </p:sp>
    </p:spTree>
    <p:extLst>
      <p:ext uri="{BB962C8B-B14F-4D97-AF65-F5344CB8AC3E}">
        <p14:creationId xmlns:p14="http://schemas.microsoft.com/office/powerpoint/2010/main" val="240372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C64A7208-9CC1-4E46-B743-E9130089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705"/>
            <a:ext cx="4362174" cy="584775"/>
          </a:xfrm>
        </p:spPr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cs typeface="Arial" panose="020B0604020202020204" pitchFamily="34" charset="0"/>
              </a:rPr>
              <a:t>双轴伺服控制系统模型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56FE6D3-4644-41BE-A0B0-560DCB3240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3336AD-18FB-4693-9377-C53F8EBC45B2}"/>
              </a:ext>
            </a:extLst>
          </p:cNvPr>
          <p:cNvSpPr/>
          <p:nvPr/>
        </p:nvSpPr>
        <p:spPr>
          <a:xfrm>
            <a:off x="469200" y="3337016"/>
            <a:ext cx="6533896" cy="28064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3E2D98-749B-4542-8095-9B5C16964EA5}"/>
              </a:ext>
            </a:extLst>
          </p:cNvPr>
          <p:cNvSpPr/>
          <p:nvPr/>
        </p:nvSpPr>
        <p:spPr>
          <a:xfrm>
            <a:off x="479425" y="859819"/>
            <a:ext cx="11233151" cy="2242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4800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该模型是一个典型的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双轴（方位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俯仰）伺服控制系统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。该系统用于精确控制特定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机械结构（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ATP_Model.ATP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的方位角（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Azimuth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）和俯仰角（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Elevation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）。其核心控制原理是串级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控制，并包含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外部通信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文件写入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目标解算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平台扰动计算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233EC2-5BB9-48B0-A129-20126074C0CF}"/>
              </a:ext>
            </a:extLst>
          </p:cNvPr>
          <p:cNvSpPr/>
          <p:nvPr/>
        </p:nvSpPr>
        <p:spPr>
          <a:xfrm>
            <a:off x="464936" y="3337016"/>
            <a:ext cx="6458224" cy="2807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该模型对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方位（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Azi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）轴</a:t>
            </a:r>
            <a:r>
              <a:rPr lang="zh-CN" altLang="en-US" sz="20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俯仰（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Ele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）轴</a:t>
            </a:r>
            <a:r>
              <a:rPr lang="zh-CN" altLang="en-US" sz="20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使用了两套完全相同的控制结构。每一套结构都采用了经典的主从（串级）</a:t>
            </a:r>
            <a:r>
              <a:rPr lang="en-US" altLang="zh-CN" sz="20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000" b="1" dirty="0">
                <a:solidFill>
                  <a:srgbClr val="0033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控制，分为一个外环（位置环）和一个内环（速度环）</a:t>
            </a:r>
            <a:endParaRPr lang="en-US" altLang="zh-CN" sz="2000" b="1" dirty="0">
              <a:solidFill>
                <a:srgbClr val="0033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方位轴控制器：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PID1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（位置环）和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PID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（速度环）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俯仰轴控制器：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PID3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（位置环）和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PID2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（速度环）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372393-97DA-4A49-A796-CCC3FA0645FF}"/>
              </a:ext>
            </a:extLst>
          </p:cNvPr>
          <p:cNvSpPr txBox="1"/>
          <p:nvPr/>
        </p:nvSpPr>
        <p:spPr>
          <a:xfrm>
            <a:off x="8750250" y="6080889"/>
            <a:ext cx="1225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模块示例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A3BFB6-DFB7-491E-8753-B50D69B413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56" r="4707" b="4399"/>
          <a:stretch/>
        </p:blipFill>
        <p:spPr>
          <a:xfrm>
            <a:off x="7007360" y="2675466"/>
            <a:ext cx="4711178" cy="340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2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30909-3089-4B47-AB9D-06DD6995F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705"/>
            <a:ext cx="4322464" cy="594295"/>
          </a:xfrm>
        </p:spPr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cs typeface="Arial" panose="020B0604020202020204" pitchFamily="34" charset="0"/>
              </a:rPr>
              <a:t>双轴伺服控制系统模型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7F414E-F110-491D-8B3B-2741BDE4E1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64082" y="-73346"/>
            <a:ext cx="2663833" cy="822395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完整信号传递流程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D0A4FC-351D-409B-B0D6-72D3630B751E}"/>
              </a:ext>
            </a:extLst>
          </p:cNvPr>
          <p:cNvSpPr/>
          <p:nvPr/>
        </p:nvSpPr>
        <p:spPr>
          <a:xfrm>
            <a:off x="0" y="749049"/>
            <a:ext cx="4504267" cy="6050695"/>
          </a:xfrm>
          <a:prstGeom prst="rect">
            <a:avLst/>
          </a:prstGeom>
          <a:solidFill>
            <a:srgbClr val="D9EAF6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• 1 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外部输入：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系统通过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uDPReceive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模块（端口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9050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）接收外部发送的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个信号。其中，信号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y[1],y[2],y[3]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分别被标记为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XInput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YInput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ZInput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• 2 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目标解算：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XInput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YInput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ZInput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信号被送入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visual_axis_calculation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模块。该模块根据输入的坐标（推测）和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ATP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模型的当前姿态，计算出系统需要达到的目标方位角（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Azi_input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）和目标俯仰角（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Ele_input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• 3 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控制执行：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这两个目标角度分别作为方位轴位置环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(PID1)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和俯仰轴位置环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(PID3)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的设定值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u_s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。如上所述，经过“位置环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-&gt;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速度环”的串级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计算。速度环的输出分别驱动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aZI_motor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（方位电机）和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eLE_motor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（俯仰电机）。</a:t>
            </a: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• 4 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被控对象（</a:t>
            </a: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Plant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电机驱动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ATP_Model.ATP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这一核心机械结构运动。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24000" algn="just">
              <a:lnSpc>
                <a:spcPct val="150000"/>
              </a:lnSpc>
            </a:pP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模型中并联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了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luGreFriction_Azi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luGreFriction_Ele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模块，用于模拟两个转轴上的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LuGre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摩擦模型，使仿真更接近实际物理特性。</a:t>
            </a:r>
          </a:p>
          <a:p>
            <a:pPr algn="just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• 5 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信号反馈：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angleSensor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（角度传感器）和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angleVelocitySensor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（角速度传感器）安装在电机的输出法兰盘上，实时测量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ATP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模型的实际角度和实际角速度，并将其反馈回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控制器，形成闭环。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C59AF7E-8278-4B2A-AE9B-5423BCB6B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68" y="2275429"/>
            <a:ext cx="7635428" cy="403223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FB466708-015A-456A-BBFB-A3F7A5B45D68}"/>
              </a:ext>
            </a:extLst>
          </p:cNvPr>
          <p:cNvSpPr/>
          <p:nvPr/>
        </p:nvSpPr>
        <p:spPr>
          <a:xfrm>
            <a:off x="4764082" y="749049"/>
            <a:ext cx="7171267" cy="1526380"/>
          </a:xfrm>
          <a:prstGeom prst="rect">
            <a:avLst/>
          </a:prstGeom>
          <a:solidFill>
            <a:srgbClr val="D9EAF6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• 6 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数据输出：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系统将测量到的实际方位角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(angleSensor3.phi)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和实际俯仰角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(angleSensor1.phi)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经过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gain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模块（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k=57.295...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，即弧度转角度）转换。转换后的角度值和仿真时间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(time)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一起被送入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uDPSend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模块（端口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23333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），发送给外部系统，用于监视或记录。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24000" algn="just">
              <a:lnSpc>
                <a:spcPct val="150000"/>
              </a:lnSpc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同时建立一个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syslabFunction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模块，使用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syslab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实现将方位角和俯仰角以一定的频率写入指定路径文件下，并附有系统时间和仿真时间，以供读取。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4CA4CB-21FB-4816-A410-A0ABCFCA1953}"/>
              </a:ext>
            </a:extLst>
          </p:cNvPr>
          <p:cNvSpPr txBox="1"/>
          <p:nvPr/>
        </p:nvSpPr>
        <p:spPr>
          <a:xfrm>
            <a:off x="7701256" y="6359028"/>
            <a:ext cx="12969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主模型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699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868DE-24BE-443F-9D68-F57655A91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705"/>
            <a:ext cx="4267200" cy="647437"/>
          </a:xfrm>
        </p:spPr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cs typeface="Arial" panose="020B0604020202020204" pitchFamily="34" charset="0"/>
              </a:rPr>
              <a:t>双轴伺服控制系统模型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FDDE30-7CF0-49CF-AE9E-4409D4E72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3268" y="133590"/>
            <a:ext cx="2965463" cy="461665"/>
          </a:xfrm>
        </p:spPr>
        <p:txBody>
          <a:bodyPr/>
          <a:lstStyle/>
          <a:p>
            <a:r>
              <a:rPr lang="zh-CN" altLang="en-US" dirty="0"/>
              <a:t>与中间件的交互方式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3EAF62-0FFF-422C-A59F-61F6DB2DD525}"/>
              </a:ext>
            </a:extLst>
          </p:cNvPr>
          <p:cNvSpPr/>
          <p:nvPr/>
        </p:nvSpPr>
        <p:spPr>
          <a:xfrm>
            <a:off x="340106" y="746036"/>
            <a:ext cx="11493500" cy="3372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方式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：通过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UDP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通讯协议进行交互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系统将测量到的实际方位角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(angleSensor3.phi)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和实际俯仰角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(angleSensor1.phi)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经过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gain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模块（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k=57.295...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，即弧度转角度）转换。转换后的角度值和仿真时间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(time)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一起被送入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uDPSend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模块（端口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23333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），发送给外部系统，以供监测，但容易存在丢包、失准和兼容性问题。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方式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：通过将输出数据写入到指定位置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txt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dates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语句调取系统时间，将系统时间、方位角、俯仰角以及仿真时间以一定的频率依次写入到指定路径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C:\MyData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（路径可以进行调整自定义）下的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angles.txt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（文件名称也可以进行调整自定义）文件中，以供中间件进行读取。写入格式如图所示，从左到右依次是系统日期和时间、方位角、俯仰角和仿真时间。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A27F086-B1F3-4617-81F8-06E8703B54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857"/>
          <a:stretch/>
        </p:blipFill>
        <p:spPr>
          <a:xfrm>
            <a:off x="1495165" y="4118113"/>
            <a:ext cx="9201669" cy="220648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95A62CFF-F5E9-420D-A28B-B148BA9FC325}"/>
              </a:ext>
            </a:extLst>
          </p:cNvPr>
          <p:cNvSpPr txBox="1"/>
          <p:nvPr/>
        </p:nvSpPr>
        <p:spPr>
          <a:xfrm>
            <a:off x="4763221" y="6385856"/>
            <a:ext cx="2647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angles.txt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文件格式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0614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868DE-24BE-443F-9D68-F57655A91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705"/>
            <a:ext cx="4267200" cy="647437"/>
          </a:xfrm>
        </p:spPr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effectLst>
                  <a:glow rad="63500">
                    <a:schemeClr val="bg1"/>
                  </a:glow>
                </a:effectLst>
                <a:cs typeface="Arial" panose="020B0604020202020204" pitchFamily="34" charset="0"/>
              </a:rPr>
              <a:t>双轴伺服控制系统模型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FDDE30-7CF0-49CF-AE9E-4409D4E72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3268" y="133590"/>
            <a:ext cx="4632332" cy="461665"/>
          </a:xfrm>
        </p:spPr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ATP</a:t>
            </a:r>
            <a:r>
              <a:rPr lang="zh-CN" altLang="en-US" dirty="0"/>
              <a:t>模型运行在</a:t>
            </a:r>
            <a:r>
              <a:rPr lang="en-US" altLang="zh-CN" dirty="0"/>
              <a:t>Linux</a:t>
            </a:r>
            <a:r>
              <a:rPr lang="zh-CN" altLang="en-US" dirty="0"/>
              <a:t>系统上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D22B84-F448-49A8-8CA4-B1E12C6653C6}"/>
              </a:ext>
            </a:extLst>
          </p:cNvPr>
          <p:cNvSpPr/>
          <p:nvPr/>
        </p:nvSpPr>
        <p:spPr>
          <a:xfrm>
            <a:off x="340106" y="746036"/>
            <a:ext cx="11493500" cy="3372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尝试运行在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Ubuntu20.04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系统上</a:t>
            </a: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考虑到兼容性与易用性问题，选择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Ubuntu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作为系统载体。官方内容提供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sysplorar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syslab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系统格式文件，但考虑到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应用资源较少，与硬盘内容联动性差等缺点放弃。同时考虑到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安装程序为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.run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格式文件，该文件可运行在更为主流的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Ubuntu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系统上，故最终选择运行在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Ubuntu20.04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系统上。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运行模型时遇到的问题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由于模型库的兼容问题，在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Ubuntu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上现行可用的是方式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进行通讯，即通过实时写入目标路径目标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txt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文件内来实现数据的输出。需要注意，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sysplorar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模型由于统一用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.m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格式文件，可以运行与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系统上同一套程序，但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syslab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function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插件内的程序涉及到与系统文件之间的交互，需要重新编写。预期后续可开发读取某一特定位置下的文件来实现数据的输入。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508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C3DA51-364C-46E4-9B76-8AA720D5DE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调研汇报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0D2098-2D4F-4F92-A382-FA38A68FC2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1" y="5550691"/>
            <a:ext cx="1617101" cy="48013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李广植</a:t>
            </a:r>
          </a:p>
        </p:txBody>
      </p:sp>
    </p:spTree>
    <p:extLst>
      <p:ext uri="{BB962C8B-B14F-4D97-AF65-F5344CB8AC3E}">
        <p14:creationId xmlns:p14="http://schemas.microsoft.com/office/powerpoint/2010/main" val="1029950720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正文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提纲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提纲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提纲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提纲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提纲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结束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974</Words>
  <Application>Microsoft Office PowerPoint</Application>
  <PresentationFormat>宽屏</PresentationFormat>
  <Paragraphs>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等线</vt:lpstr>
      <vt:lpstr>宋体</vt:lpstr>
      <vt:lpstr>微软雅黑</vt:lpstr>
      <vt:lpstr>Arial</vt:lpstr>
      <vt:lpstr>Times New Roman</vt:lpstr>
      <vt:lpstr>封面</vt:lpstr>
      <vt:lpstr>正文​​</vt:lpstr>
      <vt:lpstr>提纲1</vt:lpstr>
      <vt:lpstr>提纲2</vt:lpstr>
      <vt:lpstr>提纲3</vt:lpstr>
      <vt:lpstr>提纲4</vt:lpstr>
      <vt:lpstr>提纲5</vt:lpstr>
      <vt:lpstr>结束</vt:lpstr>
      <vt:lpstr>数字孪生仿真模型与中间件通讯</vt:lpstr>
      <vt:lpstr>双轴伺服控制系统模型</vt:lpstr>
      <vt:lpstr>双轴伺服控制系统模型</vt:lpstr>
      <vt:lpstr>双轴伺服控制系统模型</vt:lpstr>
      <vt:lpstr>双轴伺服控制系统模型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gz l</cp:lastModifiedBy>
  <cp:revision>428</cp:revision>
  <dcterms:created xsi:type="dcterms:W3CDTF">2025-10-11T11:32:56Z</dcterms:created>
  <dcterms:modified xsi:type="dcterms:W3CDTF">2025-11-12T12:58:53Z</dcterms:modified>
</cp:coreProperties>
</file>